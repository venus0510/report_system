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comments/modernComment_7FFFFD2E_B986440.xml" ContentType="application/vnd.ms-powerpoint.comments+xml"/>
  <Override PartName="/ppt/authors.xml" ContentType="application/vnd.ms-powerpoint.authors+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ppt/tags/tag6.xml" ContentType="application/vnd.openxmlformats-officedocument.presentationml.tags+xml"/>
  <Override PartName="/ppt/tags/tag5.xml" ContentType="application/vnd.openxmlformats-officedocument.presentationml.tag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6"/>
  </p:notesMasterIdLst>
  <p:sldIdLst>
    <p:sldId id="256" r:id="rId3"/>
    <p:sldId id="257" r:id="rId4"/>
    <p:sldId id="259" r:id="rId5"/>
    <p:sldId id="260" r:id="rId6"/>
    <p:sldId id="261" r:id="rId7"/>
    <p:sldId id="262" r:id="rId8"/>
    <p:sldId id="263" r:id="rId9"/>
    <p:sldId id="2147482910" r:id="rId10"/>
    <p:sldId id="2147482923" r:id="rId11"/>
    <p:sldId id="2147482924" r:id="rId12"/>
    <p:sldId id="2147482926" r:id="rId13"/>
    <p:sldId id="2147482925" r:id="rId14"/>
    <p:sldId id="2147482927"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99543A7-044B-A8C3-AA3A-27130990ABE9}" name="Xingjian Zou" initials="XZ" userId="S::zouxingjian@rckj.partner.onmschina.cn::6678d1a4-5d2a-42d4-89d5-3ab3dfd275f9"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0" autoAdjust="0"/>
    <p:restoredTop sz="94660"/>
  </p:normalViewPr>
  <p:slideViewPr>
    <p:cSldViewPr snapToGrid="0">
      <p:cViewPr varScale="1">
        <p:scale>
          <a:sx n="87" d="100"/>
          <a:sy n="87" d="100"/>
        </p:scale>
        <p:origin x="36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8/10/relationships/authors" Target="author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customXml" Target="../customXml/item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customXml" Target="../customXml/item2.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customXml" Target="../customXml/item1.xml"/></Relationships>
</file>

<file path=ppt/comments/modernComment_7FFFFD2E_B986440.xml><?xml version="1.0" encoding="utf-8"?>
<p188:cmLst xmlns:a="http://schemas.openxmlformats.org/drawingml/2006/main" xmlns:r="http://schemas.openxmlformats.org/officeDocument/2006/relationships" xmlns:p188="http://schemas.microsoft.com/office/powerpoint/2018/8/main">
  <p188:cm id="{3D1A75AA-B452-42DF-B337-BA0F297F5899}" authorId="{199543A7-044B-A8C3-AA3A-27130990ABE9}" created="2026-03-24T16:20:45.318">
    <ac:deMkLst xmlns:ac="http://schemas.microsoft.com/office/drawing/2013/main/command">
      <pc:docMk xmlns:pc="http://schemas.microsoft.com/office/powerpoint/2013/main/command"/>
      <pc:sldMk xmlns:pc="http://schemas.microsoft.com/office/powerpoint/2013/main/command" cId="194536512" sldId="2147482926"/>
      <ac:picMk id="5" creationId="{ECF5317E-3C67-5E63-58ED-5D4316FED23D}"/>
    </ac:deMkLst>
    <p188:txBody>
      <a:bodyPr/>
      <a:lstStyle/>
      <a:p>
        <a:r>
          <a:rPr lang="en-US"/>
          <a:t>待翻译，如有时间</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704C47-CCB9-48F3-85E5-FA0D8550AEC1}" type="datetimeFigureOut">
              <a:rPr lang="en-US" smtClean="0"/>
              <a:t>3/25/2026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A15A54-24B3-4D33-9209-2DFF241B8D83}" type="slidenum">
              <a:rPr lang="en-US" smtClean="0"/>
              <a:t>‹#›</a:t>
            </a:fld>
            <a:endParaRPr lang="en-US"/>
          </a:p>
        </p:txBody>
      </p:sp>
    </p:spTree>
    <p:extLst>
      <p:ext uri="{BB962C8B-B14F-4D97-AF65-F5344CB8AC3E}">
        <p14:creationId xmlns:p14="http://schemas.microsoft.com/office/powerpoint/2010/main" val="15217924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C345E-CBDE-E7B8-6215-A2C28B2246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023F9C-E760-1E4B-5209-127F345249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351F70-54EC-D689-B7E9-9BAEECDED7A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B4F01E5-B2E3-E05E-25E3-7C3D8D14983A}"/>
              </a:ext>
            </a:extLst>
          </p:cNvPr>
          <p:cNvSpPr>
            <a:spLocks noGrp="1"/>
          </p:cNvSpPr>
          <p:nvPr>
            <p:ph type="sldNum" sz="quarter" idx="10"/>
          </p:nvPr>
        </p:nvSpPr>
        <p:spPr/>
        <p:txBody>
          <a:bodyPr/>
          <a:lstStyle/>
          <a:p>
            <a:pPr marL="0" marR="0" lvl="0" indent="0" algn="r" defTabSz="990752" rtl="0" eaLnBrk="1" fontAlgn="auto" latinLnBrk="0" hangingPunct="1">
              <a:lnSpc>
                <a:spcPct val="100000"/>
              </a:lnSpc>
              <a:spcBef>
                <a:spcPts val="0"/>
              </a:spcBef>
              <a:spcAft>
                <a:spcPts val="0"/>
              </a:spcAft>
              <a:buClrTx/>
              <a:buSzTx/>
              <a:buFontTx/>
              <a:buNone/>
              <a:tabLst/>
              <a:defRPr/>
            </a:pPr>
            <a:fld id="{8579CAE5-D6A1-424E-AFD7-AA0006AFDF7F}" type="slidenum">
              <a:rPr kumimoji="0" lang="en-US" sz="1400" b="0" i="0" u="none" strike="noStrike" kern="1200" cap="none" spc="0" normalizeH="0" baseline="0" noProof="0">
                <a:ln>
                  <a:noFill/>
                </a:ln>
                <a:solidFill>
                  <a:prstClr val="black"/>
                </a:solidFill>
                <a:effectLst/>
                <a:uLnTx/>
                <a:uFillTx/>
                <a:latin typeface="Arial"/>
                <a:ea typeface="+mn-ea"/>
                <a:cs typeface="+mn-cs"/>
              </a:rPr>
              <a:pPr marL="0" marR="0" lvl="0" indent="0" algn="r" defTabSz="990752" rtl="0" eaLnBrk="1" fontAlgn="auto" latinLnBrk="0" hangingPunct="1">
                <a:lnSpc>
                  <a:spcPct val="100000"/>
                </a:lnSpc>
                <a:spcBef>
                  <a:spcPts val="0"/>
                </a:spcBef>
                <a:spcAft>
                  <a:spcPts val="0"/>
                </a:spcAft>
                <a:buClrTx/>
                <a:buSzTx/>
                <a:buFontTx/>
                <a:buNone/>
                <a:tabLst/>
                <a:defRPr/>
              </a:pPr>
              <a:t>8</a:t>
            </a:fld>
            <a:endParaRPr kumimoji="0" lang="en-US" sz="1400" b="0" i="0" u="none" strike="noStrike" kern="1200" cap="none" spc="0" normalizeH="0" baseline="0" noProof="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23853463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161A2-C97D-103E-42B8-E0A252332E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C2686F-614A-47BB-8381-FA02405509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7EE940-C49E-9B76-D3C4-2E675B11F75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6C17147-A0FD-89B0-C1F3-F8983359531A}"/>
              </a:ext>
            </a:extLst>
          </p:cNvPr>
          <p:cNvSpPr>
            <a:spLocks noGrp="1"/>
          </p:cNvSpPr>
          <p:nvPr>
            <p:ph type="sldNum" sz="quarter" idx="10"/>
          </p:nvPr>
        </p:nvSpPr>
        <p:spPr/>
        <p:txBody>
          <a:bodyPr/>
          <a:lstStyle/>
          <a:p>
            <a:pPr marL="0" marR="0" lvl="0" indent="0" algn="r" defTabSz="990752" rtl="0" eaLnBrk="1" fontAlgn="auto" latinLnBrk="0" hangingPunct="1">
              <a:lnSpc>
                <a:spcPct val="100000"/>
              </a:lnSpc>
              <a:spcBef>
                <a:spcPts val="0"/>
              </a:spcBef>
              <a:spcAft>
                <a:spcPts val="0"/>
              </a:spcAft>
              <a:buClrTx/>
              <a:buSzTx/>
              <a:buFontTx/>
              <a:buNone/>
              <a:tabLst/>
              <a:defRPr/>
            </a:pPr>
            <a:fld id="{8579CAE5-D6A1-424E-AFD7-AA0006AFDF7F}" type="slidenum">
              <a:rPr kumimoji="0" lang="en-US" sz="1400" b="0" i="0" u="none" strike="noStrike" kern="1200" cap="none" spc="0" normalizeH="0" baseline="0" noProof="0">
                <a:ln>
                  <a:noFill/>
                </a:ln>
                <a:solidFill>
                  <a:prstClr val="black"/>
                </a:solidFill>
                <a:effectLst/>
                <a:uLnTx/>
                <a:uFillTx/>
                <a:latin typeface="Arial"/>
                <a:ea typeface="+mn-ea"/>
                <a:cs typeface="+mn-cs"/>
              </a:rPr>
              <a:pPr marL="0" marR="0" lvl="0" indent="0" algn="r" defTabSz="990752" rtl="0" eaLnBrk="1" fontAlgn="auto" latinLnBrk="0" hangingPunct="1">
                <a:lnSpc>
                  <a:spcPct val="100000"/>
                </a:lnSpc>
                <a:spcBef>
                  <a:spcPts val="0"/>
                </a:spcBef>
                <a:spcAft>
                  <a:spcPts val="0"/>
                </a:spcAft>
                <a:buClrTx/>
                <a:buSzTx/>
                <a:buFontTx/>
                <a:buNone/>
                <a:tabLst/>
                <a:defRPr/>
              </a:pPr>
              <a:t>9</a:t>
            </a:fld>
            <a:endParaRPr kumimoji="0" lang="en-US" sz="1400" b="0" i="0" u="none" strike="noStrike" kern="1200" cap="none" spc="0" normalizeH="0" baseline="0" noProof="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32620672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3.xml"/><Relationship Id="rId4" Type="http://schemas.openxmlformats.org/officeDocument/2006/relationships/image" Target="../media/image4.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4.xml"/><Relationship Id="rId4" Type="http://schemas.openxmlformats.org/officeDocument/2006/relationships/image" Target="../media/image5.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E4959-3B11-F077-181F-6861F41E35E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B1EA154-E108-CF30-92B7-708FB8C91DD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2E68A8F-D4BF-B897-7234-D78766CEC75F}"/>
              </a:ext>
            </a:extLst>
          </p:cNvPr>
          <p:cNvSpPr>
            <a:spLocks noGrp="1"/>
          </p:cNvSpPr>
          <p:nvPr>
            <p:ph type="dt" sz="half" idx="10"/>
          </p:nvPr>
        </p:nvSpPr>
        <p:spPr/>
        <p:txBody>
          <a:bodyPr/>
          <a:lstStyle/>
          <a:p>
            <a:fld id="{42B25B7B-4460-4D5A-8683-41312A8D5563}" type="datetimeFigureOut">
              <a:rPr lang="en-US" smtClean="0"/>
              <a:t>3/24/2026</a:t>
            </a:fld>
            <a:endParaRPr lang="en-US"/>
          </a:p>
        </p:txBody>
      </p:sp>
      <p:sp>
        <p:nvSpPr>
          <p:cNvPr id="5" name="Footer Placeholder 4">
            <a:extLst>
              <a:ext uri="{FF2B5EF4-FFF2-40B4-BE49-F238E27FC236}">
                <a16:creationId xmlns:a16="http://schemas.microsoft.com/office/drawing/2014/main" id="{D6F070B4-10E3-FB1F-384B-F4C58F1C5C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C9397A-5BAB-BE2A-B204-F977BED709C1}"/>
              </a:ext>
            </a:extLst>
          </p:cNvPr>
          <p:cNvSpPr>
            <a:spLocks noGrp="1"/>
          </p:cNvSpPr>
          <p:nvPr>
            <p:ph type="sldNum" sz="quarter" idx="12"/>
          </p:nvPr>
        </p:nvSpPr>
        <p:spPr/>
        <p:txBody>
          <a:bodyPr/>
          <a:lstStyle/>
          <a:p>
            <a:fld id="{808A7AC0-A714-4B25-AFED-9823F8D6B8AB}" type="slidenum">
              <a:rPr lang="en-US" smtClean="0"/>
              <a:t>‹#›</a:t>
            </a:fld>
            <a:endParaRPr lang="en-US"/>
          </a:p>
        </p:txBody>
      </p:sp>
    </p:spTree>
    <p:extLst>
      <p:ext uri="{BB962C8B-B14F-4D97-AF65-F5344CB8AC3E}">
        <p14:creationId xmlns:p14="http://schemas.microsoft.com/office/powerpoint/2010/main" val="41352856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CDF1C-1352-3E3F-D585-C199D351371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501F7F-969F-D45C-4595-6920FFAE4E7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384682-F364-D86F-7FC9-DC6F07810963}"/>
              </a:ext>
            </a:extLst>
          </p:cNvPr>
          <p:cNvSpPr>
            <a:spLocks noGrp="1"/>
          </p:cNvSpPr>
          <p:nvPr>
            <p:ph type="dt" sz="half" idx="10"/>
          </p:nvPr>
        </p:nvSpPr>
        <p:spPr/>
        <p:txBody>
          <a:bodyPr/>
          <a:lstStyle/>
          <a:p>
            <a:fld id="{42B25B7B-4460-4D5A-8683-41312A8D5563}" type="datetimeFigureOut">
              <a:rPr lang="en-US" smtClean="0"/>
              <a:t>3/24/2026</a:t>
            </a:fld>
            <a:endParaRPr lang="en-US"/>
          </a:p>
        </p:txBody>
      </p:sp>
      <p:sp>
        <p:nvSpPr>
          <p:cNvPr id="5" name="Footer Placeholder 4">
            <a:extLst>
              <a:ext uri="{FF2B5EF4-FFF2-40B4-BE49-F238E27FC236}">
                <a16:creationId xmlns:a16="http://schemas.microsoft.com/office/drawing/2014/main" id="{88B418A0-2C1E-1AF8-9621-A7DC662D52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1D4C0E-41C9-70AB-90B5-DF97F2F669CC}"/>
              </a:ext>
            </a:extLst>
          </p:cNvPr>
          <p:cNvSpPr>
            <a:spLocks noGrp="1"/>
          </p:cNvSpPr>
          <p:nvPr>
            <p:ph type="sldNum" sz="quarter" idx="12"/>
          </p:nvPr>
        </p:nvSpPr>
        <p:spPr/>
        <p:txBody>
          <a:bodyPr/>
          <a:lstStyle/>
          <a:p>
            <a:fld id="{808A7AC0-A714-4B25-AFED-9823F8D6B8AB}" type="slidenum">
              <a:rPr lang="en-US" smtClean="0"/>
              <a:t>‹#›</a:t>
            </a:fld>
            <a:endParaRPr lang="en-US"/>
          </a:p>
        </p:txBody>
      </p:sp>
    </p:spTree>
    <p:extLst>
      <p:ext uri="{BB962C8B-B14F-4D97-AF65-F5344CB8AC3E}">
        <p14:creationId xmlns:p14="http://schemas.microsoft.com/office/powerpoint/2010/main" val="2109765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CC52F-3182-E3DC-17F4-AF4F37EB4E4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D7D7E37-0FE9-AAD2-57B4-A14A54125B5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BAAF7F-56A1-5BC7-6A86-6A4BF3E47DAB}"/>
              </a:ext>
            </a:extLst>
          </p:cNvPr>
          <p:cNvSpPr>
            <a:spLocks noGrp="1"/>
          </p:cNvSpPr>
          <p:nvPr>
            <p:ph type="dt" sz="half" idx="10"/>
          </p:nvPr>
        </p:nvSpPr>
        <p:spPr/>
        <p:txBody>
          <a:bodyPr/>
          <a:lstStyle/>
          <a:p>
            <a:fld id="{42B25B7B-4460-4D5A-8683-41312A8D5563}" type="datetimeFigureOut">
              <a:rPr lang="en-US" smtClean="0"/>
              <a:t>3/24/2026</a:t>
            </a:fld>
            <a:endParaRPr lang="en-US"/>
          </a:p>
        </p:txBody>
      </p:sp>
      <p:sp>
        <p:nvSpPr>
          <p:cNvPr id="5" name="Footer Placeholder 4">
            <a:extLst>
              <a:ext uri="{FF2B5EF4-FFF2-40B4-BE49-F238E27FC236}">
                <a16:creationId xmlns:a16="http://schemas.microsoft.com/office/drawing/2014/main" id="{5C6A1BB7-5F7F-7790-50F5-F327171058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A40E9D-9CCB-A8D8-FDF6-54BE1CB869D2}"/>
              </a:ext>
            </a:extLst>
          </p:cNvPr>
          <p:cNvSpPr>
            <a:spLocks noGrp="1"/>
          </p:cNvSpPr>
          <p:nvPr>
            <p:ph type="sldNum" sz="quarter" idx="12"/>
          </p:nvPr>
        </p:nvSpPr>
        <p:spPr/>
        <p:txBody>
          <a:bodyPr/>
          <a:lstStyle/>
          <a:p>
            <a:fld id="{808A7AC0-A714-4B25-AFED-9823F8D6B8AB}" type="slidenum">
              <a:rPr lang="en-US" smtClean="0"/>
              <a:t>‹#›</a:t>
            </a:fld>
            <a:endParaRPr lang="en-US"/>
          </a:p>
        </p:txBody>
      </p:sp>
    </p:spTree>
    <p:extLst>
      <p:ext uri="{BB962C8B-B14F-4D97-AF65-F5344CB8AC3E}">
        <p14:creationId xmlns:p14="http://schemas.microsoft.com/office/powerpoint/2010/main" val="4085776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0EB3C-F7FA-A685-A6EA-C364402E79E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A036C6D-FDB2-44EB-3888-594575C33C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B686384-B84E-46EE-3088-AC058E4A7E7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8FD7D3A-BBDB-C005-BD3D-74349F88B5FE}"/>
              </a:ext>
            </a:extLst>
          </p:cNvPr>
          <p:cNvSpPr>
            <a:spLocks noGrp="1"/>
          </p:cNvSpPr>
          <p:nvPr>
            <p:ph type="dt" sz="half" idx="10"/>
          </p:nvPr>
        </p:nvSpPr>
        <p:spPr/>
        <p:txBody>
          <a:bodyPr/>
          <a:lstStyle/>
          <a:p>
            <a:fld id="{42B25B7B-4460-4D5A-8683-41312A8D5563}" type="datetimeFigureOut">
              <a:rPr lang="en-US" smtClean="0"/>
              <a:t>3/24/2026</a:t>
            </a:fld>
            <a:endParaRPr lang="en-US"/>
          </a:p>
        </p:txBody>
      </p:sp>
      <p:sp>
        <p:nvSpPr>
          <p:cNvPr id="6" name="Footer Placeholder 5">
            <a:extLst>
              <a:ext uri="{FF2B5EF4-FFF2-40B4-BE49-F238E27FC236}">
                <a16:creationId xmlns:a16="http://schemas.microsoft.com/office/drawing/2014/main" id="{75CD1465-1D13-1F76-1F92-41FAC36396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B1A8D4-32AB-52D2-FB82-120FAB6B924D}"/>
              </a:ext>
            </a:extLst>
          </p:cNvPr>
          <p:cNvSpPr>
            <a:spLocks noGrp="1"/>
          </p:cNvSpPr>
          <p:nvPr>
            <p:ph type="sldNum" sz="quarter" idx="12"/>
          </p:nvPr>
        </p:nvSpPr>
        <p:spPr/>
        <p:txBody>
          <a:bodyPr/>
          <a:lstStyle/>
          <a:p>
            <a:fld id="{808A7AC0-A714-4B25-AFED-9823F8D6B8AB}" type="slidenum">
              <a:rPr lang="en-US" smtClean="0"/>
              <a:t>‹#›</a:t>
            </a:fld>
            <a:endParaRPr lang="en-US"/>
          </a:p>
        </p:txBody>
      </p:sp>
    </p:spTree>
    <p:extLst>
      <p:ext uri="{BB962C8B-B14F-4D97-AF65-F5344CB8AC3E}">
        <p14:creationId xmlns:p14="http://schemas.microsoft.com/office/powerpoint/2010/main" val="37909992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DA456-87FF-A16C-7AFD-988FDF8FFA2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647F4EC-BF9C-20A1-7AD5-C442772E3AA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AE7CE70-E297-9748-A094-3E661FC44CB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BE6F06F-4181-EF14-25DD-BC200EEEB8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BA7767F-B504-AFAF-B764-06EB671BA32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021701B-9F1D-6899-33FD-AE068E63D391}"/>
              </a:ext>
            </a:extLst>
          </p:cNvPr>
          <p:cNvSpPr>
            <a:spLocks noGrp="1"/>
          </p:cNvSpPr>
          <p:nvPr>
            <p:ph type="dt" sz="half" idx="10"/>
          </p:nvPr>
        </p:nvSpPr>
        <p:spPr/>
        <p:txBody>
          <a:bodyPr/>
          <a:lstStyle/>
          <a:p>
            <a:fld id="{42B25B7B-4460-4D5A-8683-41312A8D5563}" type="datetimeFigureOut">
              <a:rPr lang="en-US" smtClean="0"/>
              <a:t>3/24/2026</a:t>
            </a:fld>
            <a:endParaRPr lang="en-US"/>
          </a:p>
        </p:txBody>
      </p:sp>
      <p:sp>
        <p:nvSpPr>
          <p:cNvPr id="8" name="Footer Placeholder 7">
            <a:extLst>
              <a:ext uri="{FF2B5EF4-FFF2-40B4-BE49-F238E27FC236}">
                <a16:creationId xmlns:a16="http://schemas.microsoft.com/office/drawing/2014/main" id="{E827828F-EB82-7381-8E91-0B65C14B0C6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9E49230-BEE2-6AF9-63F5-0BF2E62C0E0D}"/>
              </a:ext>
            </a:extLst>
          </p:cNvPr>
          <p:cNvSpPr>
            <a:spLocks noGrp="1"/>
          </p:cNvSpPr>
          <p:nvPr>
            <p:ph type="sldNum" sz="quarter" idx="12"/>
          </p:nvPr>
        </p:nvSpPr>
        <p:spPr/>
        <p:txBody>
          <a:bodyPr/>
          <a:lstStyle/>
          <a:p>
            <a:fld id="{808A7AC0-A714-4B25-AFED-9823F8D6B8AB}" type="slidenum">
              <a:rPr lang="en-US" smtClean="0"/>
              <a:t>‹#›</a:t>
            </a:fld>
            <a:endParaRPr lang="en-US"/>
          </a:p>
        </p:txBody>
      </p:sp>
    </p:spTree>
    <p:extLst>
      <p:ext uri="{BB962C8B-B14F-4D97-AF65-F5344CB8AC3E}">
        <p14:creationId xmlns:p14="http://schemas.microsoft.com/office/powerpoint/2010/main" val="2492166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E38D7-681D-F723-FADF-0C8B7D93AE1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0268979-4B98-112B-7A40-207F3714694D}"/>
              </a:ext>
            </a:extLst>
          </p:cNvPr>
          <p:cNvSpPr>
            <a:spLocks noGrp="1"/>
          </p:cNvSpPr>
          <p:nvPr>
            <p:ph type="dt" sz="half" idx="10"/>
          </p:nvPr>
        </p:nvSpPr>
        <p:spPr/>
        <p:txBody>
          <a:bodyPr/>
          <a:lstStyle/>
          <a:p>
            <a:fld id="{42B25B7B-4460-4D5A-8683-41312A8D5563}" type="datetimeFigureOut">
              <a:rPr lang="en-US" smtClean="0"/>
              <a:t>3/24/2026</a:t>
            </a:fld>
            <a:endParaRPr lang="en-US"/>
          </a:p>
        </p:txBody>
      </p:sp>
      <p:sp>
        <p:nvSpPr>
          <p:cNvPr id="4" name="Footer Placeholder 3">
            <a:extLst>
              <a:ext uri="{FF2B5EF4-FFF2-40B4-BE49-F238E27FC236}">
                <a16:creationId xmlns:a16="http://schemas.microsoft.com/office/drawing/2014/main" id="{B4764D8B-D968-A72B-5220-2C8BC1F192A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205A9C6-BD62-8B62-AC4A-58770DE7E387}"/>
              </a:ext>
            </a:extLst>
          </p:cNvPr>
          <p:cNvSpPr>
            <a:spLocks noGrp="1"/>
          </p:cNvSpPr>
          <p:nvPr>
            <p:ph type="sldNum" sz="quarter" idx="12"/>
          </p:nvPr>
        </p:nvSpPr>
        <p:spPr/>
        <p:txBody>
          <a:bodyPr/>
          <a:lstStyle/>
          <a:p>
            <a:fld id="{808A7AC0-A714-4B25-AFED-9823F8D6B8AB}" type="slidenum">
              <a:rPr lang="en-US" smtClean="0"/>
              <a:t>‹#›</a:t>
            </a:fld>
            <a:endParaRPr lang="en-US"/>
          </a:p>
        </p:txBody>
      </p:sp>
    </p:spTree>
    <p:extLst>
      <p:ext uri="{BB962C8B-B14F-4D97-AF65-F5344CB8AC3E}">
        <p14:creationId xmlns:p14="http://schemas.microsoft.com/office/powerpoint/2010/main" val="34679505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A932A4-1EE1-3509-E316-7FEB00334260}"/>
              </a:ext>
            </a:extLst>
          </p:cNvPr>
          <p:cNvSpPr>
            <a:spLocks noGrp="1"/>
          </p:cNvSpPr>
          <p:nvPr>
            <p:ph type="dt" sz="half" idx="10"/>
          </p:nvPr>
        </p:nvSpPr>
        <p:spPr/>
        <p:txBody>
          <a:bodyPr/>
          <a:lstStyle/>
          <a:p>
            <a:fld id="{42B25B7B-4460-4D5A-8683-41312A8D5563}" type="datetimeFigureOut">
              <a:rPr lang="en-US" smtClean="0"/>
              <a:t>3/24/2026</a:t>
            </a:fld>
            <a:endParaRPr lang="en-US"/>
          </a:p>
        </p:txBody>
      </p:sp>
      <p:sp>
        <p:nvSpPr>
          <p:cNvPr id="3" name="Footer Placeholder 2">
            <a:extLst>
              <a:ext uri="{FF2B5EF4-FFF2-40B4-BE49-F238E27FC236}">
                <a16:creationId xmlns:a16="http://schemas.microsoft.com/office/drawing/2014/main" id="{A2373F8D-EF01-0768-9E32-CC8AC9FD038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4553998-7E5B-8A81-E930-834E9DDAEA78}"/>
              </a:ext>
            </a:extLst>
          </p:cNvPr>
          <p:cNvSpPr>
            <a:spLocks noGrp="1"/>
          </p:cNvSpPr>
          <p:nvPr>
            <p:ph type="sldNum" sz="quarter" idx="12"/>
          </p:nvPr>
        </p:nvSpPr>
        <p:spPr/>
        <p:txBody>
          <a:bodyPr/>
          <a:lstStyle/>
          <a:p>
            <a:fld id="{808A7AC0-A714-4B25-AFED-9823F8D6B8AB}" type="slidenum">
              <a:rPr lang="en-US" smtClean="0"/>
              <a:t>‹#›</a:t>
            </a:fld>
            <a:endParaRPr lang="en-US"/>
          </a:p>
        </p:txBody>
      </p:sp>
    </p:spTree>
    <p:extLst>
      <p:ext uri="{BB962C8B-B14F-4D97-AF65-F5344CB8AC3E}">
        <p14:creationId xmlns:p14="http://schemas.microsoft.com/office/powerpoint/2010/main" val="33067038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94354-3831-9D57-FB86-5380C4BDCC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6AE89A2-447C-BC0E-AD3E-381FCD9E0BA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A7E7F7E-90A2-0150-BD40-43204E14DE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756382-4BC7-EF1B-0FD7-B5B62B8699E8}"/>
              </a:ext>
            </a:extLst>
          </p:cNvPr>
          <p:cNvSpPr>
            <a:spLocks noGrp="1"/>
          </p:cNvSpPr>
          <p:nvPr>
            <p:ph type="dt" sz="half" idx="10"/>
          </p:nvPr>
        </p:nvSpPr>
        <p:spPr/>
        <p:txBody>
          <a:bodyPr/>
          <a:lstStyle/>
          <a:p>
            <a:fld id="{42B25B7B-4460-4D5A-8683-41312A8D5563}" type="datetimeFigureOut">
              <a:rPr lang="en-US" smtClean="0"/>
              <a:t>3/24/2026</a:t>
            </a:fld>
            <a:endParaRPr lang="en-US"/>
          </a:p>
        </p:txBody>
      </p:sp>
      <p:sp>
        <p:nvSpPr>
          <p:cNvPr id="6" name="Footer Placeholder 5">
            <a:extLst>
              <a:ext uri="{FF2B5EF4-FFF2-40B4-BE49-F238E27FC236}">
                <a16:creationId xmlns:a16="http://schemas.microsoft.com/office/drawing/2014/main" id="{4A11525F-E1CC-E8FF-BDEE-AC2397F905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0D536B-E2CC-2C88-4FF7-65DB388E9026}"/>
              </a:ext>
            </a:extLst>
          </p:cNvPr>
          <p:cNvSpPr>
            <a:spLocks noGrp="1"/>
          </p:cNvSpPr>
          <p:nvPr>
            <p:ph type="sldNum" sz="quarter" idx="12"/>
          </p:nvPr>
        </p:nvSpPr>
        <p:spPr/>
        <p:txBody>
          <a:bodyPr/>
          <a:lstStyle/>
          <a:p>
            <a:fld id="{808A7AC0-A714-4B25-AFED-9823F8D6B8AB}" type="slidenum">
              <a:rPr lang="en-US" smtClean="0"/>
              <a:t>‹#›</a:t>
            </a:fld>
            <a:endParaRPr lang="en-US"/>
          </a:p>
        </p:txBody>
      </p:sp>
    </p:spTree>
    <p:extLst>
      <p:ext uri="{BB962C8B-B14F-4D97-AF65-F5344CB8AC3E}">
        <p14:creationId xmlns:p14="http://schemas.microsoft.com/office/powerpoint/2010/main" val="9056510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EC20C-4648-BC80-EAB3-85A99A3017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36F2E14-1B2E-F2E8-F0DC-5ECC9827DC9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812ECFC-3A5A-E4C1-8A85-5D3171D84C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A094C1-E08C-4466-AAF7-00E8867E923C}"/>
              </a:ext>
            </a:extLst>
          </p:cNvPr>
          <p:cNvSpPr>
            <a:spLocks noGrp="1"/>
          </p:cNvSpPr>
          <p:nvPr>
            <p:ph type="dt" sz="half" idx="10"/>
          </p:nvPr>
        </p:nvSpPr>
        <p:spPr/>
        <p:txBody>
          <a:bodyPr/>
          <a:lstStyle/>
          <a:p>
            <a:fld id="{42B25B7B-4460-4D5A-8683-41312A8D5563}" type="datetimeFigureOut">
              <a:rPr lang="en-US" smtClean="0"/>
              <a:t>3/24/2026</a:t>
            </a:fld>
            <a:endParaRPr lang="en-US"/>
          </a:p>
        </p:txBody>
      </p:sp>
      <p:sp>
        <p:nvSpPr>
          <p:cNvPr id="6" name="Footer Placeholder 5">
            <a:extLst>
              <a:ext uri="{FF2B5EF4-FFF2-40B4-BE49-F238E27FC236}">
                <a16:creationId xmlns:a16="http://schemas.microsoft.com/office/drawing/2014/main" id="{BB2513C1-406E-C32F-BCE3-1E4BCF1B34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19F9B3-5739-C91A-452C-CBF92779EEA2}"/>
              </a:ext>
            </a:extLst>
          </p:cNvPr>
          <p:cNvSpPr>
            <a:spLocks noGrp="1"/>
          </p:cNvSpPr>
          <p:nvPr>
            <p:ph type="sldNum" sz="quarter" idx="12"/>
          </p:nvPr>
        </p:nvSpPr>
        <p:spPr/>
        <p:txBody>
          <a:bodyPr/>
          <a:lstStyle/>
          <a:p>
            <a:fld id="{808A7AC0-A714-4B25-AFED-9823F8D6B8AB}" type="slidenum">
              <a:rPr lang="en-US" smtClean="0"/>
              <a:t>‹#›</a:t>
            </a:fld>
            <a:endParaRPr lang="en-US"/>
          </a:p>
        </p:txBody>
      </p:sp>
    </p:spTree>
    <p:extLst>
      <p:ext uri="{BB962C8B-B14F-4D97-AF65-F5344CB8AC3E}">
        <p14:creationId xmlns:p14="http://schemas.microsoft.com/office/powerpoint/2010/main" val="97216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43905-5E13-3091-5566-12B7C6DC1BA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374D8D8-EF30-8C87-0356-77A690EA555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4D3ADF-404C-12EB-074E-F7C036A981D2}"/>
              </a:ext>
            </a:extLst>
          </p:cNvPr>
          <p:cNvSpPr>
            <a:spLocks noGrp="1"/>
          </p:cNvSpPr>
          <p:nvPr>
            <p:ph type="dt" sz="half" idx="10"/>
          </p:nvPr>
        </p:nvSpPr>
        <p:spPr/>
        <p:txBody>
          <a:bodyPr/>
          <a:lstStyle/>
          <a:p>
            <a:fld id="{42B25B7B-4460-4D5A-8683-41312A8D5563}" type="datetimeFigureOut">
              <a:rPr lang="en-US" smtClean="0"/>
              <a:t>3/24/2026</a:t>
            </a:fld>
            <a:endParaRPr lang="en-US"/>
          </a:p>
        </p:txBody>
      </p:sp>
      <p:sp>
        <p:nvSpPr>
          <p:cNvPr id="5" name="Footer Placeholder 4">
            <a:extLst>
              <a:ext uri="{FF2B5EF4-FFF2-40B4-BE49-F238E27FC236}">
                <a16:creationId xmlns:a16="http://schemas.microsoft.com/office/drawing/2014/main" id="{E2CEB78D-6F26-A222-2CBE-D608AE880D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B75202-5717-C460-3054-A6DFC4F3F24D}"/>
              </a:ext>
            </a:extLst>
          </p:cNvPr>
          <p:cNvSpPr>
            <a:spLocks noGrp="1"/>
          </p:cNvSpPr>
          <p:nvPr>
            <p:ph type="sldNum" sz="quarter" idx="12"/>
          </p:nvPr>
        </p:nvSpPr>
        <p:spPr/>
        <p:txBody>
          <a:bodyPr/>
          <a:lstStyle/>
          <a:p>
            <a:fld id="{808A7AC0-A714-4B25-AFED-9823F8D6B8AB}" type="slidenum">
              <a:rPr lang="en-US" smtClean="0"/>
              <a:t>‹#›</a:t>
            </a:fld>
            <a:endParaRPr lang="en-US"/>
          </a:p>
        </p:txBody>
      </p:sp>
    </p:spTree>
    <p:extLst>
      <p:ext uri="{BB962C8B-B14F-4D97-AF65-F5344CB8AC3E}">
        <p14:creationId xmlns:p14="http://schemas.microsoft.com/office/powerpoint/2010/main" val="18769054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36938D5-1502-9C81-DC5D-3FAE8E35F96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AD8EC83-6A31-CF41-53F8-B0E6B0DDB8A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91DC50-956F-B510-41C6-BADA874AA7B6}"/>
              </a:ext>
            </a:extLst>
          </p:cNvPr>
          <p:cNvSpPr>
            <a:spLocks noGrp="1"/>
          </p:cNvSpPr>
          <p:nvPr>
            <p:ph type="dt" sz="half" idx="10"/>
          </p:nvPr>
        </p:nvSpPr>
        <p:spPr/>
        <p:txBody>
          <a:bodyPr/>
          <a:lstStyle/>
          <a:p>
            <a:fld id="{42B25B7B-4460-4D5A-8683-41312A8D5563}" type="datetimeFigureOut">
              <a:rPr lang="en-US" smtClean="0"/>
              <a:t>3/24/2026</a:t>
            </a:fld>
            <a:endParaRPr lang="en-US"/>
          </a:p>
        </p:txBody>
      </p:sp>
      <p:sp>
        <p:nvSpPr>
          <p:cNvPr id="5" name="Footer Placeholder 4">
            <a:extLst>
              <a:ext uri="{FF2B5EF4-FFF2-40B4-BE49-F238E27FC236}">
                <a16:creationId xmlns:a16="http://schemas.microsoft.com/office/drawing/2014/main" id="{E705E4C1-003A-B129-2972-A8962EA8A5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EC03EA-76D6-7126-7E88-C4EEE3E1D365}"/>
              </a:ext>
            </a:extLst>
          </p:cNvPr>
          <p:cNvSpPr>
            <a:spLocks noGrp="1"/>
          </p:cNvSpPr>
          <p:nvPr>
            <p:ph type="sldNum" sz="quarter" idx="12"/>
          </p:nvPr>
        </p:nvSpPr>
        <p:spPr/>
        <p:txBody>
          <a:bodyPr/>
          <a:lstStyle/>
          <a:p>
            <a:fld id="{808A7AC0-A714-4B25-AFED-9823F8D6B8AB}" type="slidenum">
              <a:rPr lang="en-US" smtClean="0"/>
              <a:t>‹#›</a:t>
            </a:fld>
            <a:endParaRPr lang="en-US"/>
          </a:p>
        </p:txBody>
      </p:sp>
    </p:spTree>
    <p:extLst>
      <p:ext uri="{BB962C8B-B14F-4D97-AF65-F5344CB8AC3E}">
        <p14:creationId xmlns:p14="http://schemas.microsoft.com/office/powerpoint/2010/main" val="29737896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SM-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7375" y="432000"/>
            <a:ext cx="11161713" cy="596911"/>
          </a:xfrm>
        </p:spPr>
        <p:txBody>
          <a:bodyPr>
            <a:noAutofit/>
          </a:bodyPr>
          <a:lstStyle>
            <a:lvl1pPr>
              <a:defRPr sz="3600" baseline="0">
                <a:latin typeface="Arial" panose="020B0604020202020204" pitchFamily="34" charset="0"/>
                <a:ea typeface="楷体" panose="02010609060101010101" pitchFamily="49" charset="-122"/>
              </a:defRPr>
            </a:lvl1pPr>
          </a:lstStyle>
          <a:p>
            <a:r>
              <a:rPr lang="en-US" altLang="zh-CN"/>
              <a:t>[Slide title]</a:t>
            </a:r>
            <a:endParaRPr lang="zh-CN" altLang="en-US"/>
          </a:p>
        </p:txBody>
      </p:sp>
      <p:sp>
        <p:nvSpPr>
          <p:cNvPr id="3" name="Content Placeholder 2"/>
          <p:cNvSpPr>
            <a:spLocks noGrp="1"/>
          </p:cNvSpPr>
          <p:nvPr>
            <p:ph idx="1" hasCustomPrompt="1"/>
          </p:nvPr>
        </p:nvSpPr>
        <p:spPr>
          <a:xfrm>
            <a:off x="587375" y="2103439"/>
            <a:ext cx="11161713" cy="4068761"/>
          </a:xfrm>
        </p:spPr>
        <p:txBody>
          <a:bodyPr lIns="0" tIns="0" rIns="0" bIns="0"/>
          <a:lstStyle>
            <a:lvl1pPr indent="0" algn="just">
              <a:lnSpc>
                <a:spcPct val="110000"/>
              </a:lnSpc>
              <a:spcAft>
                <a:spcPts val="600"/>
              </a:spcAft>
              <a:defRPr sz="1200" b="0" baseline="0">
                <a:solidFill>
                  <a:schemeClr val="tx1"/>
                </a:solidFill>
                <a:latin typeface="Arial" panose="020B0604020202020204" pitchFamily="34" charset="0"/>
                <a:ea typeface="楷体" panose="02010609060101010101" pitchFamily="49" charset="-122"/>
              </a:defRPr>
            </a:lvl1pPr>
            <a:lvl2pPr indent="0" algn="just">
              <a:spcAft>
                <a:spcPts val="600"/>
              </a:spcAft>
              <a:defRPr sz="1200" b="0" baseline="0">
                <a:solidFill>
                  <a:schemeClr val="tx1"/>
                </a:solidFill>
                <a:latin typeface="Arial" panose="020B0604020202020204" pitchFamily="34" charset="0"/>
                <a:ea typeface="楷体" panose="02010609060101010101" pitchFamily="49" charset="-122"/>
              </a:defRPr>
            </a:lvl2pPr>
            <a:lvl3pPr indent="0" algn="just">
              <a:spcAft>
                <a:spcPts val="600"/>
              </a:spcAft>
              <a:defRPr sz="1200" b="0" baseline="0">
                <a:solidFill>
                  <a:schemeClr val="tx1"/>
                </a:solidFill>
                <a:latin typeface="Arial" panose="020B0604020202020204" pitchFamily="34" charset="0"/>
                <a:ea typeface="楷体" panose="02010609060101010101" pitchFamily="49" charset="-122"/>
              </a:defRPr>
            </a:lvl3pPr>
            <a:lvl4pPr indent="0" algn="just">
              <a:spcAft>
                <a:spcPts val="600"/>
              </a:spcAft>
              <a:defRPr sz="1200" b="0" baseline="0">
                <a:solidFill>
                  <a:schemeClr val="tx1"/>
                </a:solidFill>
                <a:latin typeface="Arial" panose="020B0604020202020204" pitchFamily="34" charset="0"/>
                <a:ea typeface="楷体" panose="02010609060101010101" pitchFamily="49" charset="-122"/>
              </a:defRPr>
            </a:lvl4pPr>
            <a:lvl5pPr indent="0" algn="just">
              <a:spcAft>
                <a:spcPts val="600"/>
              </a:spcAft>
              <a:defRPr sz="1200" b="0" baseline="0">
                <a:solidFill>
                  <a:schemeClr val="tx1"/>
                </a:solidFill>
                <a:latin typeface="Arial" panose="020B0604020202020204" pitchFamily="34" charset="0"/>
                <a:ea typeface="楷体" panose="02010609060101010101" pitchFamily="49" charset="-122"/>
              </a:defRPr>
            </a:lvl5pPr>
            <a:lvl6pPr indent="0" algn="just">
              <a:spcAft>
                <a:spcPts val="600"/>
              </a:spcAft>
              <a:defRPr sz="1200" b="0" baseline="0">
                <a:solidFill>
                  <a:schemeClr val="tx1"/>
                </a:solidFill>
                <a:latin typeface="Arial" panose="020B0604020202020204" pitchFamily="34" charset="0"/>
                <a:ea typeface="楷体" panose="02010609060101010101" pitchFamily="49" charset="-122"/>
              </a:defRPr>
            </a:lvl6pPr>
            <a:lvl7pPr indent="0" algn="just">
              <a:spcAft>
                <a:spcPts val="600"/>
              </a:spcAft>
              <a:defRPr sz="1200" b="0" baseline="0">
                <a:solidFill>
                  <a:schemeClr val="tx1"/>
                </a:solidFill>
                <a:latin typeface="Arial" panose="020B0604020202020204" pitchFamily="34" charset="0"/>
                <a:ea typeface="楷体" panose="02010609060101010101" pitchFamily="49" charset="-122"/>
              </a:defRPr>
            </a:lvl7pPr>
            <a:lvl8pPr indent="0" algn="just">
              <a:spcAft>
                <a:spcPts val="600"/>
              </a:spcAft>
              <a:defRPr sz="1200" b="0" baseline="0">
                <a:solidFill>
                  <a:schemeClr val="tx1"/>
                </a:solidFill>
                <a:latin typeface="Arial" panose="020B0604020202020204" pitchFamily="34" charset="0"/>
                <a:ea typeface="楷体" panose="02010609060101010101" pitchFamily="49" charset="-122"/>
              </a:defRPr>
            </a:lvl8pPr>
            <a:lvl9pPr indent="0" algn="just">
              <a:spcAft>
                <a:spcPts val="600"/>
              </a:spcAft>
              <a:defRPr sz="1200" b="0" baseline="0">
                <a:solidFill>
                  <a:schemeClr val="tx1"/>
                </a:solidFill>
                <a:latin typeface="Arial" panose="020B0604020202020204" pitchFamily="34" charset="0"/>
                <a:ea typeface="楷体" panose="02010609060101010101" pitchFamily="49" charset="-122"/>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a:p>
            <a:pPr lvl="5"/>
            <a:r>
              <a:rPr lang="en-US" altLang="zh-CN"/>
              <a:t>Sixth level</a:t>
            </a:r>
          </a:p>
          <a:p>
            <a:pPr lvl="6"/>
            <a:r>
              <a:rPr lang="en-US" altLang="zh-CN"/>
              <a:t>Seventh level</a:t>
            </a:r>
          </a:p>
          <a:p>
            <a:pPr lvl="7"/>
            <a:r>
              <a:rPr lang="en-US" altLang="zh-CN"/>
              <a:t>Eighth level</a:t>
            </a:r>
          </a:p>
          <a:p>
            <a:pPr lvl="8"/>
            <a:r>
              <a:rPr lang="en-US" altLang="zh-CN"/>
              <a:t>Ninth level</a:t>
            </a:r>
            <a:endParaRPr lang="zh-CN" altLang="en-US"/>
          </a:p>
        </p:txBody>
      </p:sp>
      <p:grpSp>
        <p:nvGrpSpPr>
          <p:cNvPr id="13" name="组合 1">
            <a:extLst>
              <a:ext uri="{FF2B5EF4-FFF2-40B4-BE49-F238E27FC236}">
                <a16:creationId xmlns:a16="http://schemas.microsoft.com/office/drawing/2014/main" id="{6A9F410E-675D-6CB8-F9E2-A032ABA63BF0}"/>
              </a:ext>
            </a:extLst>
          </p:cNvPr>
          <p:cNvGrpSpPr/>
          <p:nvPr userDrawn="1"/>
        </p:nvGrpSpPr>
        <p:grpSpPr>
          <a:xfrm>
            <a:off x="0" y="447875"/>
            <a:ext cx="407988" cy="248569"/>
            <a:chOff x="1542824" y="1640663"/>
            <a:chExt cx="817198" cy="273425"/>
          </a:xfrm>
        </p:grpSpPr>
        <p:sp>
          <p:nvSpPr>
            <p:cNvPr id="14" name="矩形 2">
              <a:extLst>
                <a:ext uri="{FF2B5EF4-FFF2-40B4-BE49-F238E27FC236}">
                  <a16:creationId xmlns:a16="http://schemas.microsoft.com/office/drawing/2014/main" id="{C4EDEA4F-45ED-62EC-A3AD-FEFB4BB8E983}"/>
                </a:ext>
              </a:extLst>
            </p:cNvPr>
            <p:cNvSpPr/>
            <p:nvPr/>
          </p:nvSpPr>
          <p:spPr>
            <a:xfrm>
              <a:off x="1542824" y="1640663"/>
              <a:ext cx="62535" cy="273425"/>
            </a:xfrm>
            <a:prstGeom prst="rect">
              <a:avLst/>
            </a:prstGeom>
            <a:solidFill>
              <a:srgbClr val="8D8D8E"/>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a:p>
          </p:txBody>
        </p:sp>
        <p:sp>
          <p:nvSpPr>
            <p:cNvPr id="15" name="矩形 4">
              <a:extLst>
                <a:ext uri="{FF2B5EF4-FFF2-40B4-BE49-F238E27FC236}">
                  <a16:creationId xmlns:a16="http://schemas.microsoft.com/office/drawing/2014/main" id="{CDE740EF-3888-2AEE-136D-737D6BD7FF26}"/>
                </a:ext>
              </a:extLst>
            </p:cNvPr>
            <p:cNvSpPr/>
            <p:nvPr/>
          </p:nvSpPr>
          <p:spPr>
            <a:xfrm>
              <a:off x="1634970" y="1640663"/>
              <a:ext cx="165462" cy="273425"/>
            </a:xfrm>
            <a:prstGeom prst="rect">
              <a:avLst/>
            </a:prstGeom>
            <a:solidFill>
              <a:srgbClr val="45B035"/>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a:p>
          </p:txBody>
        </p:sp>
        <p:sp>
          <p:nvSpPr>
            <p:cNvPr id="16" name="矩形 5">
              <a:extLst>
                <a:ext uri="{FF2B5EF4-FFF2-40B4-BE49-F238E27FC236}">
                  <a16:creationId xmlns:a16="http://schemas.microsoft.com/office/drawing/2014/main" id="{020A3618-E529-6B65-7049-970EB5E03367}"/>
                </a:ext>
              </a:extLst>
            </p:cNvPr>
            <p:cNvSpPr/>
            <p:nvPr/>
          </p:nvSpPr>
          <p:spPr>
            <a:xfrm>
              <a:off x="1840547" y="1640663"/>
              <a:ext cx="519475" cy="273425"/>
            </a:xfrm>
            <a:prstGeom prst="rect">
              <a:avLst/>
            </a:prstGeom>
            <a:solidFill>
              <a:srgbClr val="00A3DF"/>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a:p>
          </p:txBody>
        </p:sp>
      </p:grpSp>
      <p:sp>
        <p:nvSpPr>
          <p:cNvPr id="5" name="灯片编号占位符 3">
            <a:extLst>
              <a:ext uri="{FF2B5EF4-FFF2-40B4-BE49-F238E27FC236}">
                <a16:creationId xmlns:a16="http://schemas.microsoft.com/office/drawing/2014/main" id="{64C524E4-2D0C-A6E5-FDA4-F1BC683262E7}"/>
              </a:ext>
            </a:extLst>
          </p:cNvPr>
          <p:cNvSpPr>
            <a:spLocks noGrp="1"/>
          </p:cNvSpPr>
          <p:nvPr>
            <p:ph type="sldNum" sz="quarter" idx="10"/>
          </p:nvPr>
        </p:nvSpPr>
        <p:spPr>
          <a:xfrm>
            <a:off x="9984296" y="6492240"/>
            <a:ext cx="1764792" cy="137160"/>
          </a:xfrm>
        </p:spPr>
        <p:txBody>
          <a:bodyPr/>
          <a:lstStyle>
            <a:lvl1pPr>
              <a:defRPr sz="900" baseline="0">
                <a:latin typeface="Arial" panose="020B0604020202020204" pitchFamily="34" charset="0"/>
                <a:ea typeface="楷体" panose="02010609060101010101" pitchFamily="49" charset="-122"/>
              </a:defRPr>
            </a:lvl1pPr>
          </a:lstStyle>
          <a:p>
            <a:fld id="{7870704B-CE94-48CC-AF30-84932A1262A7}" type="slidenum">
              <a:rPr lang="en-GB" smtClean="0"/>
              <a:pPr/>
              <a:t>‹#›</a:t>
            </a:fld>
            <a:endParaRPr lang="en-GB"/>
          </a:p>
        </p:txBody>
      </p:sp>
      <p:sp>
        <p:nvSpPr>
          <p:cNvPr id="7" name="Presentation Footer">
            <a:extLst>
              <a:ext uri="{FF2B5EF4-FFF2-40B4-BE49-F238E27FC236}">
                <a16:creationId xmlns:a16="http://schemas.microsoft.com/office/drawing/2014/main" id="{D5BF72F5-CBBD-ABE6-8891-2856A78591F0}"/>
              </a:ext>
            </a:extLst>
          </p:cNvPr>
          <p:cNvSpPr>
            <a:spLocks noGrp="1"/>
          </p:cNvSpPr>
          <p:nvPr>
            <p:ph type="ftr" sz="quarter" idx="13"/>
          </p:nvPr>
        </p:nvSpPr>
        <p:spPr>
          <a:xfrm>
            <a:off x="587375" y="6478206"/>
            <a:ext cx="4800179" cy="151194"/>
          </a:xfrm>
          <a:prstGeom prst="rect">
            <a:avLst/>
          </a:prstGeom>
        </p:spPr>
        <p:txBody>
          <a:bodyPr lIns="0" tIns="0" rIns="0" bIns="0"/>
          <a:lstStyle>
            <a:lvl1pPr>
              <a:defRPr sz="900" baseline="0">
                <a:latin typeface="Arial" panose="020B0604020202020204" pitchFamily="34" charset="0"/>
                <a:ea typeface="楷体" panose="02010609060101010101" pitchFamily="49" charset="-122"/>
              </a:defRPr>
            </a:lvl1pPr>
          </a:lstStyle>
          <a:p>
            <a:r>
              <a:rPr lang="en-US" altLang="zh-CN"/>
              <a:t>© </a:t>
            </a:r>
            <a:r>
              <a:rPr lang="zh-CN" altLang="en-US"/>
              <a:t>容诚会计师事务所（特殊普通合伙），</a:t>
            </a:r>
            <a:r>
              <a:rPr lang="en-US" altLang="zh-CN"/>
              <a:t>2025</a:t>
            </a:r>
            <a:endParaRPr lang="zh-CN" altLang="en-US"/>
          </a:p>
        </p:txBody>
      </p:sp>
    </p:spTree>
    <p:extLst>
      <p:ext uri="{BB962C8B-B14F-4D97-AF65-F5344CB8AC3E}">
        <p14:creationId xmlns:p14="http://schemas.microsoft.com/office/powerpoint/2010/main" val="2527302234"/>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RSM-Title&amp;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7375" y="432000"/>
            <a:ext cx="11161713" cy="596911"/>
          </a:xfrm>
        </p:spPr>
        <p:txBody>
          <a:bodyPr>
            <a:noAutofit/>
          </a:bodyPr>
          <a:lstStyle>
            <a:lvl1pPr>
              <a:defRPr sz="3600" baseline="0">
                <a:latin typeface="Arial" panose="020B0604020202020204" pitchFamily="34" charset="0"/>
                <a:ea typeface="楷体" panose="02010609060101010101" pitchFamily="49" charset="-122"/>
              </a:defRPr>
            </a:lvl1pPr>
          </a:lstStyle>
          <a:p>
            <a:r>
              <a:rPr lang="en-US" altLang="zh-CN"/>
              <a:t>[Slide title]</a:t>
            </a:r>
            <a:endParaRPr lang="zh-CN" altLang="en-US"/>
          </a:p>
        </p:txBody>
      </p:sp>
      <p:sp>
        <p:nvSpPr>
          <p:cNvPr id="3" name="Content Placeholder 2"/>
          <p:cNvSpPr>
            <a:spLocks noGrp="1"/>
          </p:cNvSpPr>
          <p:nvPr>
            <p:ph idx="1" hasCustomPrompt="1"/>
          </p:nvPr>
        </p:nvSpPr>
        <p:spPr>
          <a:xfrm>
            <a:off x="587375" y="2103439"/>
            <a:ext cx="11161713" cy="4068761"/>
          </a:xfrm>
        </p:spPr>
        <p:txBody>
          <a:bodyPr lIns="0" tIns="0" rIns="0" bIns="0"/>
          <a:lstStyle>
            <a:lvl1pPr indent="0" algn="just">
              <a:lnSpc>
                <a:spcPct val="110000"/>
              </a:lnSpc>
              <a:spcAft>
                <a:spcPts val="600"/>
              </a:spcAft>
              <a:defRPr sz="1200" b="0" baseline="0">
                <a:solidFill>
                  <a:schemeClr val="tx1"/>
                </a:solidFill>
                <a:latin typeface="Arial" panose="020B0604020202020204" pitchFamily="34" charset="0"/>
                <a:ea typeface="楷体" panose="02010609060101010101" pitchFamily="49" charset="-122"/>
              </a:defRPr>
            </a:lvl1pPr>
            <a:lvl2pPr indent="0" algn="just">
              <a:spcAft>
                <a:spcPts val="600"/>
              </a:spcAft>
              <a:defRPr sz="1200" b="0" baseline="0">
                <a:solidFill>
                  <a:schemeClr val="tx1"/>
                </a:solidFill>
                <a:latin typeface="Arial" panose="020B0604020202020204" pitchFamily="34" charset="0"/>
                <a:ea typeface="楷体" panose="02010609060101010101" pitchFamily="49" charset="-122"/>
              </a:defRPr>
            </a:lvl2pPr>
            <a:lvl3pPr indent="0" algn="just">
              <a:spcAft>
                <a:spcPts val="600"/>
              </a:spcAft>
              <a:defRPr sz="1200" b="0" baseline="0">
                <a:solidFill>
                  <a:schemeClr val="tx1"/>
                </a:solidFill>
                <a:latin typeface="Arial" panose="020B0604020202020204" pitchFamily="34" charset="0"/>
                <a:ea typeface="楷体" panose="02010609060101010101" pitchFamily="49" charset="-122"/>
              </a:defRPr>
            </a:lvl3pPr>
            <a:lvl4pPr indent="0" algn="just">
              <a:spcAft>
                <a:spcPts val="600"/>
              </a:spcAft>
              <a:defRPr sz="1200" b="0" baseline="0">
                <a:solidFill>
                  <a:schemeClr val="tx1"/>
                </a:solidFill>
                <a:latin typeface="Arial" panose="020B0604020202020204" pitchFamily="34" charset="0"/>
                <a:ea typeface="楷体" panose="02010609060101010101" pitchFamily="49" charset="-122"/>
              </a:defRPr>
            </a:lvl4pPr>
            <a:lvl5pPr indent="0" algn="just">
              <a:spcAft>
                <a:spcPts val="600"/>
              </a:spcAft>
              <a:defRPr sz="1200" b="0" baseline="0">
                <a:solidFill>
                  <a:schemeClr val="tx1"/>
                </a:solidFill>
                <a:latin typeface="Arial" panose="020B0604020202020204" pitchFamily="34" charset="0"/>
                <a:ea typeface="楷体" panose="02010609060101010101" pitchFamily="49" charset="-122"/>
              </a:defRPr>
            </a:lvl5pPr>
            <a:lvl6pPr indent="0" algn="just">
              <a:spcAft>
                <a:spcPts val="600"/>
              </a:spcAft>
              <a:defRPr sz="1200" b="0" baseline="0">
                <a:solidFill>
                  <a:schemeClr val="tx1"/>
                </a:solidFill>
                <a:latin typeface="Arial" panose="020B0604020202020204" pitchFamily="34" charset="0"/>
                <a:ea typeface="楷体" panose="02010609060101010101" pitchFamily="49" charset="-122"/>
              </a:defRPr>
            </a:lvl6pPr>
            <a:lvl7pPr indent="0" algn="just">
              <a:spcAft>
                <a:spcPts val="600"/>
              </a:spcAft>
              <a:defRPr sz="1200" b="0" baseline="0">
                <a:solidFill>
                  <a:schemeClr val="tx1"/>
                </a:solidFill>
                <a:latin typeface="Arial" panose="020B0604020202020204" pitchFamily="34" charset="0"/>
                <a:ea typeface="楷体" panose="02010609060101010101" pitchFamily="49" charset="-122"/>
              </a:defRPr>
            </a:lvl7pPr>
            <a:lvl8pPr indent="0" algn="just">
              <a:spcAft>
                <a:spcPts val="600"/>
              </a:spcAft>
              <a:defRPr sz="1200" b="0" baseline="0">
                <a:solidFill>
                  <a:schemeClr val="tx1"/>
                </a:solidFill>
                <a:latin typeface="Arial" panose="020B0604020202020204" pitchFamily="34" charset="0"/>
                <a:ea typeface="楷体" panose="02010609060101010101" pitchFamily="49" charset="-122"/>
              </a:defRPr>
            </a:lvl8pPr>
            <a:lvl9pPr indent="0" algn="just">
              <a:spcAft>
                <a:spcPts val="600"/>
              </a:spcAft>
              <a:defRPr sz="1200" b="0" baseline="0">
                <a:solidFill>
                  <a:schemeClr val="tx1"/>
                </a:solidFill>
                <a:latin typeface="Arial" panose="020B0604020202020204" pitchFamily="34" charset="0"/>
                <a:ea typeface="楷体" panose="02010609060101010101" pitchFamily="49" charset="-122"/>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a:p>
            <a:pPr lvl="5"/>
            <a:r>
              <a:rPr lang="en-US" altLang="zh-CN"/>
              <a:t>Sixth level</a:t>
            </a:r>
          </a:p>
          <a:p>
            <a:pPr lvl="6"/>
            <a:r>
              <a:rPr lang="en-US" altLang="zh-CN"/>
              <a:t>Seventh level</a:t>
            </a:r>
          </a:p>
          <a:p>
            <a:pPr lvl="7"/>
            <a:r>
              <a:rPr lang="en-US" altLang="zh-CN"/>
              <a:t>Eighth level</a:t>
            </a:r>
          </a:p>
          <a:p>
            <a:pPr lvl="8"/>
            <a:r>
              <a:rPr lang="en-US" altLang="zh-CN"/>
              <a:t>Ninth level</a:t>
            </a:r>
            <a:endParaRPr lang="zh-CN" altLang="en-US"/>
          </a:p>
        </p:txBody>
      </p:sp>
      <p:sp>
        <p:nvSpPr>
          <p:cNvPr id="4" name="灯片编号占位符 3">
            <a:extLst>
              <a:ext uri="{FF2B5EF4-FFF2-40B4-BE49-F238E27FC236}">
                <a16:creationId xmlns:a16="http://schemas.microsoft.com/office/drawing/2014/main" id="{4D1AE738-27E0-0D3F-9F4A-8610EBE444E8}"/>
              </a:ext>
            </a:extLst>
          </p:cNvPr>
          <p:cNvSpPr>
            <a:spLocks noGrp="1"/>
          </p:cNvSpPr>
          <p:nvPr>
            <p:ph type="sldNum" sz="quarter" idx="10"/>
          </p:nvPr>
        </p:nvSpPr>
        <p:spPr>
          <a:xfrm>
            <a:off x="9984296" y="6492240"/>
            <a:ext cx="1764792" cy="137160"/>
          </a:xfrm>
        </p:spPr>
        <p:txBody>
          <a:bodyPr/>
          <a:lstStyle>
            <a:lvl1pPr>
              <a:defRPr sz="900" baseline="0">
                <a:latin typeface="Arial" panose="020B0604020202020204" pitchFamily="34" charset="0"/>
                <a:ea typeface="楷体" panose="02010609060101010101" pitchFamily="49" charset="-122"/>
              </a:defRPr>
            </a:lvl1pPr>
          </a:lstStyle>
          <a:p>
            <a:fld id="{7870704B-CE94-48CC-AF30-84932A1262A7}" type="slidenum">
              <a:rPr lang="en-GB" smtClean="0"/>
              <a:pPr/>
              <a:t>‹#›</a:t>
            </a:fld>
            <a:endParaRPr lang="en-GB"/>
          </a:p>
        </p:txBody>
      </p:sp>
      <p:sp>
        <p:nvSpPr>
          <p:cNvPr id="5" name="Presentation Footer">
            <a:extLst>
              <a:ext uri="{FF2B5EF4-FFF2-40B4-BE49-F238E27FC236}">
                <a16:creationId xmlns:a16="http://schemas.microsoft.com/office/drawing/2014/main" id="{4E289DAD-704C-D7B4-569D-B5397606AE47}"/>
              </a:ext>
            </a:extLst>
          </p:cNvPr>
          <p:cNvSpPr>
            <a:spLocks noGrp="1"/>
          </p:cNvSpPr>
          <p:nvPr>
            <p:ph type="ftr" sz="quarter" idx="13"/>
          </p:nvPr>
        </p:nvSpPr>
        <p:spPr>
          <a:xfrm>
            <a:off x="587375" y="6478206"/>
            <a:ext cx="4800179" cy="151194"/>
          </a:xfrm>
          <a:prstGeom prst="rect">
            <a:avLst/>
          </a:prstGeom>
        </p:spPr>
        <p:txBody>
          <a:bodyPr lIns="0" tIns="0" rIns="0" bIns="0"/>
          <a:lstStyle>
            <a:lvl1pPr>
              <a:defRPr sz="900" baseline="0">
                <a:latin typeface="Arial" panose="020B0604020202020204" pitchFamily="34" charset="0"/>
                <a:ea typeface="楷体" panose="02010609060101010101" pitchFamily="49" charset="-122"/>
              </a:defRPr>
            </a:lvl1pPr>
          </a:lstStyle>
          <a:p>
            <a:r>
              <a:rPr lang="en-US" altLang="zh-CN"/>
              <a:t>© </a:t>
            </a:r>
            <a:r>
              <a:rPr lang="zh-CN" altLang="en-US"/>
              <a:t>容诚会计师事务所（特殊普通合伙），</a:t>
            </a:r>
            <a:r>
              <a:rPr lang="en-US" altLang="zh-CN"/>
              <a:t>2025</a:t>
            </a:r>
            <a:endParaRPr lang="zh-CN" altLang="en-US"/>
          </a:p>
        </p:txBody>
      </p:sp>
      <p:grpSp>
        <p:nvGrpSpPr>
          <p:cNvPr id="13" name="组合 1">
            <a:extLst>
              <a:ext uri="{FF2B5EF4-FFF2-40B4-BE49-F238E27FC236}">
                <a16:creationId xmlns:a16="http://schemas.microsoft.com/office/drawing/2014/main" id="{6A9F410E-675D-6CB8-F9E2-A032ABA63BF0}"/>
              </a:ext>
            </a:extLst>
          </p:cNvPr>
          <p:cNvGrpSpPr/>
          <p:nvPr userDrawn="1"/>
        </p:nvGrpSpPr>
        <p:grpSpPr>
          <a:xfrm>
            <a:off x="0" y="447875"/>
            <a:ext cx="407988" cy="248569"/>
            <a:chOff x="1542824" y="1640663"/>
            <a:chExt cx="817198" cy="273425"/>
          </a:xfrm>
        </p:grpSpPr>
        <p:sp>
          <p:nvSpPr>
            <p:cNvPr id="14" name="矩形 2">
              <a:extLst>
                <a:ext uri="{FF2B5EF4-FFF2-40B4-BE49-F238E27FC236}">
                  <a16:creationId xmlns:a16="http://schemas.microsoft.com/office/drawing/2014/main" id="{C4EDEA4F-45ED-62EC-A3AD-FEFB4BB8E983}"/>
                </a:ext>
              </a:extLst>
            </p:cNvPr>
            <p:cNvSpPr/>
            <p:nvPr/>
          </p:nvSpPr>
          <p:spPr>
            <a:xfrm>
              <a:off x="1542824" y="1640663"/>
              <a:ext cx="62535" cy="273425"/>
            </a:xfrm>
            <a:prstGeom prst="rect">
              <a:avLst/>
            </a:prstGeom>
            <a:solidFill>
              <a:srgbClr val="8D8D8E"/>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a:p>
          </p:txBody>
        </p:sp>
        <p:sp>
          <p:nvSpPr>
            <p:cNvPr id="15" name="矩形 4">
              <a:extLst>
                <a:ext uri="{FF2B5EF4-FFF2-40B4-BE49-F238E27FC236}">
                  <a16:creationId xmlns:a16="http://schemas.microsoft.com/office/drawing/2014/main" id="{CDE740EF-3888-2AEE-136D-737D6BD7FF26}"/>
                </a:ext>
              </a:extLst>
            </p:cNvPr>
            <p:cNvSpPr/>
            <p:nvPr/>
          </p:nvSpPr>
          <p:spPr>
            <a:xfrm>
              <a:off x="1634970" y="1640663"/>
              <a:ext cx="165462" cy="273425"/>
            </a:xfrm>
            <a:prstGeom prst="rect">
              <a:avLst/>
            </a:prstGeom>
            <a:solidFill>
              <a:srgbClr val="45B035"/>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a:p>
          </p:txBody>
        </p:sp>
        <p:sp>
          <p:nvSpPr>
            <p:cNvPr id="16" name="矩形 5">
              <a:extLst>
                <a:ext uri="{FF2B5EF4-FFF2-40B4-BE49-F238E27FC236}">
                  <a16:creationId xmlns:a16="http://schemas.microsoft.com/office/drawing/2014/main" id="{020A3618-E529-6B65-7049-970EB5E03367}"/>
                </a:ext>
              </a:extLst>
            </p:cNvPr>
            <p:cNvSpPr/>
            <p:nvPr/>
          </p:nvSpPr>
          <p:spPr>
            <a:xfrm>
              <a:off x="1840547" y="1640663"/>
              <a:ext cx="519475" cy="273425"/>
            </a:xfrm>
            <a:prstGeom prst="rect">
              <a:avLst/>
            </a:prstGeom>
            <a:solidFill>
              <a:srgbClr val="00A3DF"/>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a:p>
          </p:txBody>
        </p:sp>
      </p:grpSp>
      <p:sp>
        <p:nvSpPr>
          <p:cNvPr id="7" name="内容占位符 6">
            <a:extLst>
              <a:ext uri="{FF2B5EF4-FFF2-40B4-BE49-F238E27FC236}">
                <a16:creationId xmlns:a16="http://schemas.microsoft.com/office/drawing/2014/main" id="{5125D956-2D55-BFD4-E109-35BBF6268D9A}"/>
              </a:ext>
            </a:extLst>
          </p:cNvPr>
          <p:cNvSpPr>
            <a:spLocks noGrp="1"/>
          </p:cNvSpPr>
          <p:nvPr>
            <p:ph sz="quarter" idx="14" hasCustomPrompt="1"/>
          </p:nvPr>
        </p:nvSpPr>
        <p:spPr>
          <a:xfrm>
            <a:off x="587375" y="1055086"/>
            <a:ext cx="11161712" cy="596900"/>
          </a:xfrm>
          <a:prstGeom prst="rect">
            <a:avLst/>
          </a:prstGeom>
        </p:spPr>
        <p:txBody>
          <a:bodyPr lIns="0" tIns="0" rIns="0" bIns="0"/>
          <a:lstStyle>
            <a:lvl1pPr>
              <a:spcAft>
                <a:spcPts val="0"/>
              </a:spcAft>
              <a:defRPr sz="2400" b="0" baseline="0">
                <a:solidFill>
                  <a:schemeClr val="tx1"/>
                </a:solidFill>
                <a:latin typeface="Arial" panose="020B0604020202020204" pitchFamily="34" charset="0"/>
                <a:ea typeface="楷体" panose="02010609060101010101" pitchFamily="49" charset="-122"/>
              </a:defRPr>
            </a:lvl1pPr>
          </a:lstStyle>
          <a:p>
            <a:pPr lvl="0"/>
            <a:r>
              <a:rPr lang="en-US" altLang="zh-CN"/>
              <a:t>Sub Title</a:t>
            </a:r>
            <a:endParaRPr lang="zh-CN" altLang="en-US"/>
          </a:p>
        </p:txBody>
      </p:sp>
    </p:spTree>
    <p:extLst>
      <p:ext uri="{BB962C8B-B14F-4D97-AF65-F5344CB8AC3E}">
        <p14:creationId xmlns:p14="http://schemas.microsoft.com/office/powerpoint/2010/main" val="2850827916"/>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RSM-Title">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2EA3B39F-1309-88CC-B79A-BAD0EF420333}"/>
              </a:ext>
            </a:extLst>
          </p:cNvPr>
          <p:cNvPicPr>
            <a:picLocks noChangeAspect="1"/>
          </p:cNvPicPr>
          <p:nvPr userDrawn="1"/>
        </p:nvPicPr>
        <p:blipFill rotWithShape="1">
          <a:blip r:embed="rId2">
            <a:alphaModFix amt="20000"/>
          </a:blip>
          <a:srcRect t="5951" r="23599" b="17648"/>
          <a:stretch/>
        </p:blipFill>
        <p:spPr>
          <a:xfrm>
            <a:off x="0" y="0"/>
            <a:ext cx="12192000" cy="6857999"/>
          </a:xfrm>
          <a:prstGeom prst="rect">
            <a:avLst/>
          </a:prstGeom>
        </p:spPr>
      </p:pic>
      <p:sp>
        <p:nvSpPr>
          <p:cNvPr id="2" name="Title 1"/>
          <p:cNvSpPr>
            <a:spLocks noGrp="1"/>
          </p:cNvSpPr>
          <p:nvPr>
            <p:ph type="title" hasCustomPrompt="1"/>
          </p:nvPr>
        </p:nvSpPr>
        <p:spPr>
          <a:xfrm>
            <a:off x="587375" y="432000"/>
            <a:ext cx="11161713" cy="596911"/>
          </a:xfrm>
        </p:spPr>
        <p:txBody>
          <a:bodyPr>
            <a:noAutofit/>
          </a:bodyPr>
          <a:lstStyle>
            <a:lvl1pPr>
              <a:defRPr sz="3600" baseline="0">
                <a:latin typeface="Arial" panose="020B0604020202020204" pitchFamily="34" charset="0"/>
                <a:ea typeface="楷体" panose="02010609060101010101" pitchFamily="49" charset="-122"/>
              </a:defRPr>
            </a:lvl1pPr>
          </a:lstStyle>
          <a:p>
            <a:r>
              <a:rPr lang="en-US" altLang="zh-CN"/>
              <a:t>[Slide title]</a:t>
            </a:r>
            <a:endParaRPr lang="zh-CN" altLang="en-US"/>
          </a:p>
        </p:txBody>
      </p:sp>
      <p:grpSp>
        <p:nvGrpSpPr>
          <p:cNvPr id="13" name="组合 1">
            <a:extLst>
              <a:ext uri="{FF2B5EF4-FFF2-40B4-BE49-F238E27FC236}">
                <a16:creationId xmlns:a16="http://schemas.microsoft.com/office/drawing/2014/main" id="{6A9F410E-675D-6CB8-F9E2-A032ABA63BF0}"/>
              </a:ext>
            </a:extLst>
          </p:cNvPr>
          <p:cNvGrpSpPr/>
          <p:nvPr userDrawn="1"/>
        </p:nvGrpSpPr>
        <p:grpSpPr>
          <a:xfrm>
            <a:off x="0" y="447875"/>
            <a:ext cx="407988" cy="248569"/>
            <a:chOff x="1542824" y="1640663"/>
            <a:chExt cx="817198" cy="273425"/>
          </a:xfrm>
        </p:grpSpPr>
        <p:sp>
          <p:nvSpPr>
            <p:cNvPr id="14" name="矩形 2">
              <a:extLst>
                <a:ext uri="{FF2B5EF4-FFF2-40B4-BE49-F238E27FC236}">
                  <a16:creationId xmlns:a16="http://schemas.microsoft.com/office/drawing/2014/main" id="{C4EDEA4F-45ED-62EC-A3AD-FEFB4BB8E983}"/>
                </a:ext>
              </a:extLst>
            </p:cNvPr>
            <p:cNvSpPr/>
            <p:nvPr/>
          </p:nvSpPr>
          <p:spPr>
            <a:xfrm>
              <a:off x="1542824" y="1640663"/>
              <a:ext cx="62535" cy="273425"/>
            </a:xfrm>
            <a:prstGeom prst="rect">
              <a:avLst/>
            </a:prstGeom>
            <a:solidFill>
              <a:srgbClr val="8D8D8E"/>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a:p>
          </p:txBody>
        </p:sp>
        <p:sp>
          <p:nvSpPr>
            <p:cNvPr id="15" name="矩形 4">
              <a:extLst>
                <a:ext uri="{FF2B5EF4-FFF2-40B4-BE49-F238E27FC236}">
                  <a16:creationId xmlns:a16="http://schemas.microsoft.com/office/drawing/2014/main" id="{CDE740EF-3888-2AEE-136D-737D6BD7FF26}"/>
                </a:ext>
              </a:extLst>
            </p:cNvPr>
            <p:cNvSpPr/>
            <p:nvPr/>
          </p:nvSpPr>
          <p:spPr>
            <a:xfrm>
              <a:off x="1634970" y="1640663"/>
              <a:ext cx="165462" cy="273425"/>
            </a:xfrm>
            <a:prstGeom prst="rect">
              <a:avLst/>
            </a:prstGeom>
            <a:solidFill>
              <a:srgbClr val="45B035"/>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a:p>
          </p:txBody>
        </p:sp>
        <p:sp>
          <p:nvSpPr>
            <p:cNvPr id="16" name="矩形 5">
              <a:extLst>
                <a:ext uri="{FF2B5EF4-FFF2-40B4-BE49-F238E27FC236}">
                  <a16:creationId xmlns:a16="http://schemas.microsoft.com/office/drawing/2014/main" id="{020A3618-E529-6B65-7049-970EB5E03367}"/>
                </a:ext>
              </a:extLst>
            </p:cNvPr>
            <p:cNvSpPr/>
            <p:nvPr/>
          </p:nvSpPr>
          <p:spPr>
            <a:xfrm>
              <a:off x="1840547" y="1640663"/>
              <a:ext cx="519475" cy="273425"/>
            </a:xfrm>
            <a:prstGeom prst="rect">
              <a:avLst/>
            </a:prstGeom>
            <a:solidFill>
              <a:srgbClr val="00A3DF"/>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a:p>
          </p:txBody>
        </p:sp>
      </p:grpSp>
      <p:sp>
        <p:nvSpPr>
          <p:cNvPr id="5" name="灯片编号占位符 3">
            <a:extLst>
              <a:ext uri="{FF2B5EF4-FFF2-40B4-BE49-F238E27FC236}">
                <a16:creationId xmlns:a16="http://schemas.microsoft.com/office/drawing/2014/main" id="{64C524E4-2D0C-A6E5-FDA4-F1BC683262E7}"/>
              </a:ext>
            </a:extLst>
          </p:cNvPr>
          <p:cNvSpPr>
            <a:spLocks noGrp="1"/>
          </p:cNvSpPr>
          <p:nvPr>
            <p:ph type="sldNum" sz="quarter" idx="10"/>
          </p:nvPr>
        </p:nvSpPr>
        <p:spPr>
          <a:xfrm>
            <a:off x="9984296" y="6492240"/>
            <a:ext cx="1764792" cy="137160"/>
          </a:xfrm>
        </p:spPr>
        <p:txBody>
          <a:bodyPr/>
          <a:lstStyle>
            <a:lvl1pPr>
              <a:defRPr sz="900" baseline="0">
                <a:latin typeface="Arial" panose="020B0604020202020204" pitchFamily="34" charset="0"/>
                <a:ea typeface="楷体" panose="02010609060101010101" pitchFamily="49" charset="-122"/>
              </a:defRPr>
            </a:lvl1pPr>
          </a:lstStyle>
          <a:p>
            <a:fld id="{7870704B-CE94-48CC-AF30-84932A1262A7}" type="slidenum">
              <a:rPr lang="en-GB" smtClean="0"/>
              <a:pPr/>
              <a:t>‹#›</a:t>
            </a:fld>
            <a:endParaRPr lang="en-GB"/>
          </a:p>
        </p:txBody>
      </p:sp>
      <p:sp>
        <p:nvSpPr>
          <p:cNvPr id="7" name="Presentation Footer">
            <a:extLst>
              <a:ext uri="{FF2B5EF4-FFF2-40B4-BE49-F238E27FC236}">
                <a16:creationId xmlns:a16="http://schemas.microsoft.com/office/drawing/2014/main" id="{D5BF72F5-CBBD-ABE6-8891-2856A78591F0}"/>
              </a:ext>
            </a:extLst>
          </p:cNvPr>
          <p:cNvSpPr>
            <a:spLocks noGrp="1"/>
          </p:cNvSpPr>
          <p:nvPr>
            <p:ph type="ftr" sz="quarter" idx="13"/>
          </p:nvPr>
        </p:nvSpPr>
        <p:spPr>
          <a:xfrm>
            <a:off x="587375" y="6478206"/>
            <a:ext cx="4800179" cy="151194"/>
          </a:xfrm>
          <a:prstGeom prst="rect">
            <a:avLst/>
          </a:prstGeom>
        </p:spPr>
        <p:txBody>
          <a:bodyPr lIns="0" tIns="0" rIns="0" bIns="0"/>
          <a:lstStyle>
            <a:lvl1pPr>
              <a:defRPr sz="900" baseline="0">
                <a:latin typeface="Arial" panose="020B0604020202020204" pitchFamily="34" charset="0"/>
                <a:ea typeface="楷体" panose="02010609060101010101" pitchFamily="49" charset="-122"/>
              </a:defRPr>
            </a:lvl1pPr>
          </a:lstStyle>
          <a:p>
            <a:r>
              <a:rPr lang="en-US" altLang="zh-CN"/>
              <a:t>© </a:t>
            </a:r>
            <a:r>
              <a:rPr lang="zh-CN" altLang="en-US"/>
              <a:t>容诚会计师事务所（特殊普通合伙），</a:t>
            </a:r>
            <a:r>
              <a:rPr lang="en-US" altLang="zh-CN"/>
              <a:t>2025</a:t>
            </a:r>
            <a:endParaRPr lang="zh-CN" altLang="en-US"/>
          </a:p>
        </p:txBody>
      </p:sp>
      <p:sp>
        <p:nvSpPr>
          <p:cNvPr id="4" name="Content Placeholder 2">
            <a:extLst>
              <a:ext uri="{FF2B5EF4-FFF2-40B4-BE49-F238E27FC236}">
                <a16:creationId xmlns:a16="http://schemas.microsoft.com/office/drawing/2014/main" id="{B2F29528-C5F6-2BDA-BE7D-2C6F5C572071}"/>
              </a:ext>
            </a:extLst>
          </p:cNvPr>
          <p:cNvSpPr>
            <a:spLocks noGrp="1"/>
          </p:cNvSpPr>
          <p:nvPr>
            <p:ph idx="1" hasCustomPrompt="1"/>
          </p:nvPr>
        </p:nvSpPr>
        <p:spPr>
          <a:xfrm>
            <a:off x="3078691" y="2323099"/>
            <a:ext cx="8557677" cy="3807562"/>
          </a:xfrm>
        </p:spPr>
        <p:txBody>
          <a:bodyPr lIns="0" tIns="0" rIns="0" bIns="0"/>
          <a:lstStyle>
            <a:lvl1pPr indent="0" algn="just">
              <a:spcAft>
                <a:spcPts val="600"/>
              </a:spcAft>
              <a:defRPr sz="1200" b="0" baseline="0">
                <a:solidFill>
                  <a:schemeClr val="tx1"/>
                </a:solidFill>
                <a:latin typeface="Arial" panose="020B0604020202020204" pitchFamily="34" charset="0"/>
                <a:ea typeface="楷体" panose="02010609060101010101" pitchFamily="49" charset="-122"/>
              </a:defRPr>
            </a:lvl1pPr>
            <a:lvl2pPr indent="0" algn="just">
              <a:spcAft>
                <a:spcPts val="600"/>
              </a:spcAft>
              <a:defRPr sz="1200" b="0" baseline="0">
                <a:solidFill>
                  <a:schemeClr val="tx1"/>
                </a:solidFill>
                <a:latin typeface="Arial" panose="020B0604020202020204" pitchFamily="34" charset="0"/>
                <a:ea typeface="楷体" panose="02010609060101010101" pitchFamily="49" charset="-122"/>
              </a:defRPr>
            </a:lvl2pPr>
            <a:lvl3pPr indent="0" algn="just">
              <a:spcAft>
                <a:spcPts val="600"/>
              </a:spcAft>
              <a:defRPr sz="1200" b="0" baseline="0">
                <a:solidFill>
                  <a:schemeClr val="tx1"/>
                </a:solidFill>
                <a:latin typeface="Arial" panose="020B0604020202020204" pitchFamily="34" charset="0"/>
                <a:ea typeface="楷体" panose="02010609060101010101" pitchFamily="49" charset="-122"/>
              </a:defRPr>
            </a:lvl3pPr>
            <a:lvl4pPr indent="0" algn="just">
              <a:spcAft>
                <a:spcPts val="600"/>
              </a:spcAft>
              <a:defRPr sz="1200" b="0" baseline="0">
                <a:solidFill>
                  <a:schemeClr val="tx1"/>
                </a:solidFill>
                <a:latin typeface="Arial" panose="020B0604020202020204" pitchFamily="34" charset="0"/>
                <a:ea typeface="楷体" panose="02010609060101010101" pitchFamily="49" charset="-122"/>
              </a:defRPr>
            </a:lvl4pPr>
            <a:lvl5pPr indent="0" algn="just">
              <a:spcAft>
                <a:spcPts val="600"/>
              </a:spcAft>
              <a:defRPr sz="1200" b="0" baseline="0">
                <a:solidFill>
                  <a:schemeClr val="tx1"/>
                </a:solidFill>
                <a:latin typeface="Arial" panose="020B0604020202020204" pitchFamily="34" charset="0"/>
                <a:ea typeface="楷体" panose="02010609060101010101" pitchFamily="49" charset="-122"/>
              </a:defRPr>
            </a:lvl5pPr>
            <a:lvl6pPr indent="0" algn="just">
              <a:spcAft>
                <a:spcPts val="600"/>
              </a:spcAft>
              <a:defRPr sz="1200" b="0" baseline="0">
                <a:solidFill>
                  <a:schemeClr val="tx1"/>
                </a:solidFill>
                <a:latin typeface="Arial" panose="020B0604020202020204" pitchFamily="34" charset="0"/>
                <a:ea typeface="楷体" panose="02010609060101010101" pitchFamily="49" charset="-122"/>
              </a:defRPr>
            </a:lvl6pPr>
            <a:lvl7pPr indent="0" algn="just">
              <a:spcAft>
                <a:spcPts val="600"/>
              </a:spcAft>
              <a:defRPr sz="1200" b="0" baseline="0">
                <a:solidFill>
                  <a:schemeClr val="tx1"/>
                </a:solidFill>
                <a:latin typeface="Arial" panose="020B0604020202020204" pitchFamily="34" charset="0"/>
                <a:ea typeface="楷体" panose="02010609060101010101" pitchFamily="49" charset="-122"/>
              </a:defRPr>
            </a:lvl7pPr>
            <a:lvl8pPr indent="0" algn="just">
              <a:spcAft>
                <a:spcPts val="600"/>
              </a:spcAft>
              <a:defRPr sz="1200" b="0" baseline="0">
                <a:solidFill>
                  <a:schemeClr val="tx1"/>
                </a:solidFill>
                <a:latin typeface="Arial" panose="020B0604020202020204" pitchFamily="34" charset="0"/>
                <a:ea typeface="楷体" panose="02010609060101010101" pitchFamily="49" charset="-122"/>
              </a:defRPr>
            </a:lvl8pPr>
            <a:lvl9pPr indent="0" algn="just">
              <a:spcAft>
                <a:spcPts val="600"/>
              </a:spcAft>
              <a:defRPr sz="1200" b="0" baseline="0">
                <a:solidFill>
                  <a:schemeClr val="tx1"/>
                </a:solidFill>
                <a:latin typeface="Arial" panose="020B0604020202020204" pitchFamily="34" charset="0"/>
                <a:ea typeface="楷体" panose="02010609060101010101" pitchFamily="49" charset="-122"/>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a:p>
            <a:pPr lvl="5"/>
            <a:r>
              <a:rPr lang="en-US" altLang="zh-CN"/>
              <a:t>Sixth level</a:t>
            </a:r>
          </a:p>
          <a:p>
            <a:pPr lvl="6"/>
            <a:r>
              <a:rPr lang="en-US" altLang="zh-CN"/>
              <a:t>Seventh level</a:t>
            </a:r>
          </a:p>
          <a:p>
            <a:pPr lvl="7"/>
            <a:r>
              <a:rPr lang="en-US" altLang="zh-CN"/>
              <a:t>Eighth level</a:t>
            </a:r>
          </a:p>
          <a:p>
            <a:pPr lvl="8"/>
            <a:r>
              <a:rPr lang="en-US" altLang="zh-CN"/>
              <a:t>Ninth level</a:t>
            </a:r>
            <a:endParaRPr lang="zh-CN" altLang="en-US"/>
          </a:p>
        </p:txBody>
      </p:sp>
      <p:sp>
        <p:nvSpPr>
          <p:cNvPr id="6" name="图片占位符 8">
            <a:extLst>
              <a:ext uri="{FF2B5EF4-FFF2-40B4-BE49-F238E27FC236}">
                <a16:creationId xmlns:a16="http://schemas.microsoft.com/office/drawing/2014/main" id="{593028EC-5E35-7CA1-F50C-0FE483F8F4E8}"/>
              </a:ext>
            </a:extLst>
          </p:cNvPr>
          <p:cNvSpPr>
            <a:spLocks noGrp="1"/>
          </p:cNvSpPr>
          <p:nvPr>
            <p:ph type="pic" sz="quarter" idx="14" hasCustomPrompt="1"/>
          </p:nvPr>
        </p:nvSpPr>
        <p:spPr>
          <a:xfrm>
            <a:off x="587375" y="1829759"/>
            <a:ext cx="1608689" cy="2144919"/>
          </a:xfrm>
          <a:prstGeom prst="rect">
            <a:avLst/>
          </a:prstGeom>
          <a:solidFill>
            <a:schemeClr val="bg1">
              <a:lumMod val="85000"/>
            </a:schemeClr>
          </a:solidFill>
        </p:spPr>
        <p:txBody>
          <a:bodyPr/>
          <a:lstStyle>
            <a:lvl1pPr>
              <a:defRPr b="0">
                <a:solidFill>
                  <a:schemeClr val="tx1"/>
                </a:solidFill>
              </a:defRPr>
            </a:lvl1pPr>
          </a:lstStyle>
          <a:p>
            <a:r>
              <a:rPr lang="en-US" altLang="zh-CN"/>
              <a:t>CV Photo</a:t>
            </a:r>
            <a:endParaRPr lang="zh-CN" altLang="en-US"/>
          </a:p>
        </p:txBody>
      </p:sp>
      <p:sp>
        <p:nvSpPr>
          <p:cNvPr id="8" name="矩形 7">
            <a:extLst>
              <a:ext uri="{FF2B5EF4-FFF2-40B4-BE49-F238E27FC236}">
                <a16:creationId xmlns:a16="http://schemas.microsoft.com/office/drawing/2014/main" id="{B6153D26-93D7-75D0-6FED-AFC5CED0FAC3}"/>
              </a:ext>
            </a:extLst>
          </p:cNvPr>
          <p:cNvSpPr/>
          <p:nvPr userDrawn="1"/>
        </p:nvSpPr>
        <p:spPr>
          <a:xfrm>
            <a:off x="584244" y="3975251"/>
            <a:ext cx="220980" cy="220980"/>
          </a:xfrm>
          <a:prstGeom prst="rect">
            <a:avLst/>
          </a:prstGeom>
          <a:solidFill>
            <a:schemeClr val="accent1"/>
          </a:solidFill>
          <a:ln>
            <a:noFill/>
          </a:ln>
        </p:spPr>
        <p:style>
          <a:lnRef idx="0">
            <a:schemeClr val="accent1"/>
          </a:lnRef>
          <a:fillRef idx="1">
            <a:schemeClr val="accent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400" b="0" i="0" u="none" strike="noStrike" kern="1200" cap="none" spc="0" normalizeH="0" baseline="0" noProof="0">
              <a:ln>
                <a:noFill/>
              </a:ln>
              <a:solidFill>
                <a:srgbClr val="FFFFFF"/>
              </a:solidFill>
              <a:effectLst/>
              <a:uLnTx/>
              <a:uFillTx/>
              <a:latin typeface="Arial"/>
              <a:ea typeface="SimHei"/>
              <a:cs typeface="+mn-cs"/>
            </a:endParaRPr>
          </a:p>
        </p:txBody>
      </p:sp>
      <p:sp>
        <p:nvSpPr>
          <p:cNvPr id="9" name="矩形 8">
            <a:extLst>
              <a:ext uri="{FF2B5EF4-FFF2-40B4-BE49-F238E27FC236}">
                <a16:creationId xmlns:a16="http://schemas.microsoft.com/office/drawing/2014/main" id="{EAEA88D3-6A38-0528-5AAB-99C51D881EDD}"/>
              </a:ext>
            </a:extLst>
          </p:cNvPr>
          <p:cNvSpPr/>
          <p:nvPr userDrawn="1"/>
        </p:nvSpPr>
        <p:spPr>
          <a:xfrm>
            <a:off x="805225" y="3975251"/>
            <a:ext cx="1390838" cy="220980"/>
          </a:xfrm>
          <a:prstGeom prst="rect">
            <a:avLst/>
          </a:prstGeom>
          <a:solidFill>
            <a:schemeClr val="accent1">
              <a:lumMod val="20000"/>
              <a:lumOff val="80000"/>
            </a:schemeClr>
          </a:solidFill>
          <a:ln>
            <a:noFill/>
          </a:ln>
        </p:spPr>
        <p:style>
          <a:lnRef idx="0">
            <a:schemeClr val="accent1"/>
          </a:lnRef>
          <a:fillRef idx="1">
            <a:schemeClr val="accent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400" b="0" i="0" u="none" strike="noStrike" kern="1200" cap="none" spc="0" normalizeH="0" baseline="0" noProof="0">
              <a:ln>
                <a:noFill/>
              </a:ln>
              <a:solidFill>
                <a:srgbClr val="FFFFFF"/>
              </a:solidFill>
              <a:effectLst/>
              <a:uLnTx/>
              <a:uFillTx/>
              <a:latin typeface="Arial"/>
              <a:ea typeface="SimHei"/>
              <a:cs typeface="+mn-cs"/>
            </a:endParaRPr>
          </a:p>
        </p:txBody>
      </p:sp>
      <p:sp>
        <p:nvSpPr>
          <p:cNvPr id="10" name="矩形 9">
            <a:extLst>
              <a:ext uri="{FF2B5EF4-FFF2-40B4-BE49-F238E27FC236}">
                <a16:creationId xmlns:a16="http://schemas.microsoft.com/office/drawing/2014/main" id="{5C22FDB1-46BC-F158-1412-CCFF3495F4F5}"/>
              </a:ext>
            </a:extLst>
          </p:cNvPr>
          <p:cNvSpPr/>
          <p:nvPr userDrawn="1"/>
        </p:nvSpPr>
        <p:spPr>
          <a:xfrm>
            <a:off x="2195161" y="4196516"/>
            <a:ext cx="220980" cy="220980"/>
          </a:xfrm>
          <a:prstGeom prst="rect">
            <a:avLst/>
          </a:prstGeom>
          <a:solidFill>
            <a:schemeClr val="tx2"/>
          </a:solidFill>
          <a:ln>
            <a:noFill/>
          </a:ln>
        </p:spPr>
        <p:style>
          <a:lnRef idx="0">
            <a:schemeClr val="accent1"/>
          </a:lnRef>
          <a:fillRef idx="1">
            <a:schemeClr val="accent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400" b="0" i="0" u="none" strike="noStrike" kern="1200" cap="none" spc="0" normalizeH="0" baseline="0" noProof="0">
              <a:ln>
                <a:noFill/>
              </a:ln>
              <a:solidFill>
                <a:srgbClr val="FFFFFF"/>
              </a:solidFill>
              <a:effectLst/>
              <a:uLnTx/>
              <a:uFillTx/>
              <a:latin typeface="Arial"/>
              <a:ea typeface="SimHei"/>
              <a:cs typeface="+mn-cs"/>
            </a:endParaRPr>
          </a:p>
        </p:txBody>
      </p:sp>
      <p:sp>
        <p:nvSpPr>
          <p:cNvPr id="11" name="矩形 10">
            <a:extLst>
              <a:ext uri="{FF2B5EF4-FFF2-40B4-BE49-F238E27FC236}">
                <a16:creationId xmlns:a16="http://schemas.microsoft.com/office/drawing/2014/main" id="{AF7B303E-5ADA-2F8C-454C-007709830070}"/>
              </a:ext>
            </a:extLst>
          </p:cNvPr>
          <p:cNvSpPr/>
          <p:nvPr userDrawn="1"/>
        </p:nvSpPr>
        <p:spPr>
          <a:xfrm>
            <a:off x="2054733" y="1829759"/>
            <a:ext cx="9694355" cy="219600"/>
          </a:xfrm>
          <a:prstGeom prst="rect">
            <a:avLst/>
          </a:prstGeom>
          <a:solidFill>
            <a:schemeClr val="tx2">
              <a:lumMod val="20000"/>
              <a:lumOff val="80000"/>
            </a:schemeClr>
          </a:solidFill>
          <a:ln w="19050">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a:p>
        </p:txBody>
      </p:sp>
      <p:sp>
        <p:nvSpPr>
          <p:cNvPr id="12" name="矩形 11">
            <a:extLst>
              <a:ext uri="{FF2B5EF4-FFF2-40B4-BE49-F238E27FC236}">
                <a16:creationId xmlns:a16="http://schemas.microsoft.com/office/drawing/2014/main" id="{0200D87E-9F1B-0D9C-384C-7E98F1ADD532}"/>
              </a:ext>
            </a:extLst>
          </p:cNvPr>
          <p:cNvSpPr>
            <a:spLocks noChangeAspect="1"/>
          </p:cNvSpPr>
          <p:nvPr userDrawn="1"/>
        </p:nvSpPr>
        <p:spPr>
          <a:xfrm>
            <a:off x="11028250" y="1109759"/>
            <a:ext cx="720838" cy="720000"/>
          </a:xfrm>
          <a:prstGeom prst="rect">
            <a:avLst/>
          </a:prstGeom>
          <a:solidFill>
            <a:schemeClr val="accent1"/>
          </a:solidFill>
          <a:ln w="19050">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a:p>
        </p:txBody>
      </p:sp>
      <p:sp>
        <p:nvSpPr>
          <p:cNvPr id="17" name="内容占位符 24">
            <a:extLst>
              <a:ext uri="{FF2B5EF4-FFF2-40B4-BE49-F238E27FC236}">
                <a16:creationId xmlns:a16="http://schemas.microsoft.com/office/drawing/2014/main" id="{9F994FE2-0C23-BB8D-1919-93115B6D815A}"/>
              </a:ext>
            </a:extLst>
          </p:cNvPr>
          <p:cNvSpPr>
            <a:spLocks noGrp="1"/>
          </p:cNvSpPr>
          <p:nvPr>
            <p:ph sz="quarter" idx="15" hasCustomPrompt="1"/>
          </p:nvPr>
        </p:nvSpPr>
        <p:spPr>
          <a:xfrm>
            <a:off x="584243" y="4552887"/>
            <a:ext cx="2158957" cy="1482788"/>
          </a:xfrm>
          <a:prstGeom prst="rect">
            <a:avLst/>
          </a:prstGeom>
        </p:spPr>
        <p:txBody>
          <a:bodyPr lIns="0" tIns="0" rIns="0" bIns="0"/>
          <a:lstStyle>
            <a:lvl1pPr>
              <a:spcAft>
                <a:spcPts val="600"/>
              </a:spcAft>
              <a:defRPr sz="1400" baseline="0">
                <a:solidFill>
                  <a:schemeClr val="tx1"/>
                </a:solidFill>
                <a:latin typeface="Arial" panose="020B0604020202020204" pitchFamily="34" charset="0"/>
                <a:ea typeface="楷体" panose="02010609060101010101" pitchFamily="49" charset="-122"/>
              </a:defRPr>
            </a:lvl1pPr>
            <a:lvl2pPr>
              <a:defRPr sz="1200" baseline="0">
                <a:solidFill>
                  <a:schemeClr val="tx1"/>
                </a:solidFill>
                <a:latin typeface="Arial" panose="020B0604020202020204" pitchFamily="34" charset="0"/>
                <a:ea typeface="黑体" panose="02010609060101010101" pitchFamily="49" charset="-122"/>
              </a:defRPr>
            </a:lvl2pPr>
            <a:lvl3pPr>
              <a:defRPr sz="1200" baseline="0">
                <a:solidFill>
                  <a:schemeClr val="tx1"/>
                </a:solidFill>
                <a:latin typeface="Arial" panose="020B0604020202020204" pitchFamily="34" charset="0"/>
                <a:ea typeface="黑体" panose="02010609060101010101" pitchFamily="49" charset="-122"/>
              </a:defRPr>
            </a:lvl3pPr>
            <a:lvl4pPr>
              <a:defRPr sz="1200" baseline="0">
                <a:solidFill>
                  <a:schemeClr val="tx1"/>
                </a:solidFill>
                <a:latin typeface="Arial" panose="020B0604020202020204" pitchFamily="34" charset="0"/>
                <a:ea typeface="黑体" panose="02010609060101010101" pitchFamily="49" charset="-122"/>
              </a:defRPr>
            </a:lvl4pPr>
            <a:lvl5pPr>
              <a:defRPr sz="1200" baseline="0">
                <a:solidFill>
                  <a:schemeClr val="tx1"/>
                </a:solidFill>
                <a:latin typeface="Arial" panose="020B0604020202020204" pitchFamily="34" charset="0"/>
                <a:ea typeface="黑体" panose="02010609060101010101" pitchFamily="49" charset="-122"/>
              </a:defRPr>
            </a:lvl5pPr>
          </a:lstStyle>
          <a:p>
            <a:pPr lvl="0"/>
            <a:r>
              <a:rPr lang="zh-CN" altLang="en-US"/>
              <a:t>姓名</a:t>
            </a:r>
            <a:endParaRPr lang="en-US" altLang="zh-CN"/>
          </a:p>
        </p:txBody>
      </p:sp>
      <p:pic>
        <p:nvPicPr>
          <p:cNvPr id="18" name="图片 17">
            <a:extLst>
              <a:ext uri="{FF2B5EF4-FFF2-40B4-BE49-F238E27FC236}">
                <a16:creationId xmlns:a16="http://schemas.microsoft.com/office/drawing/2014/main" id="{299092D9-CAF4-EC37-83B6-CAED56F09240}"/>
              </a:ext>
            </a:extLst>
          </p:cNvPr>
          <p:cNvPicPr>
            <a:picLocks noChangeAspect="1"/>
          </p:cNvPicPr>
          <p:nvPr userDrawn="1"/>
        </p:nvPicPr>
        <p:blipFill>
          <a:blip r:embed="rId3">
            <a:biLevel thresh="25000"/>
          </a:blip>
          <a:stretch>
            <a:fillRect/>
          </a:stretch>
        </p:blipFill>
        <p:spPr>
          <a:xfrm>
            <a:off x="11131596" y="1172795"/>
            <a:ext cx="527004" cy="598868"/>
          </a:xfrm>
          <a:prstGeom prst="rect">
            <a:avLst/>
          </a:prstGeom>
        </p:spPr>
      </p:pic>
      <p:sp>
        <p:nvSpPr>
          <p:cNvPr id="19" name="矩形 18">
            <a:extLst>
              <a:ext uri="{FF2B5EF4-FFF2-40B4-BE49-F238E27FC236}">
                <a16:creationId xmlns:a16="http://schemas.microsoft.com/office/drawing/2014/main" id="{5A31F307-E60B-A1E4-78E0-C71641943EF6}"/>
              </a:ext>
            </a:extLst>
          </p:cNvPr>
          <p:cNvSpPr/>
          <p:nvPr userDrawn="1"/>
        </p:nvSpPr>
        <p:spPr>
          <a:xfrm>
            <a:off x="2945968" y="2214193"/>
            <a:ext cx="8799987" cy="3958007"/>
          </a:xfrm>
          <a:prstGeom prst="rect">
            <a:avLst/>
          </a:prstGeom>
          <a:noFill/>
          <a:ln w="12700" cap="flat" cmpd="sng" algn="ctr">
            <a:solidFill>
              <a:schemeClr val="accent1"/>
            </a:solidFill>
            <a:prstDash val="sysDot"/>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CN" altLang="en-US">
              <a:latin typeface="Arial" panose="020B0604020202020204" pitchFamily="34" charset="0"/>
              <a:ea typeface="黑体" panose="02010609060101010101" pitchFamily="49" charset="-122"/>
              <a:sym typeface="Arial" panose="020B0604020202020204" pitchFamily="34" charset="0"/>
            </a:endParaRPr>
          </a:p>
        </p:txBody>
      </p:sp>
    </p:spTree>
    <p:extLst>
      <p:ext uri="{BB962C8B-B14F-4D97-AF65-F5344CB8AC3E}">
        <p14:creationId xmlns:p14="http://schemas.microsoft.com/office/powerpoint/2010/main" val="4197914016"/>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RSM-无内容">
    <p:spTree>
      <p:nvGrpSpPr>
        <p:cNvPr id="1" name=""/>
        <p:cNvGrpSpPr/>
        <p:nvPr/>
      </p:nvGrpSpPr>
      <p:grpSpPr>
        <a:xfrm>
          <a:off x="0" y="0"/>
          <a:ext cx="0" cy="0"/>
          <a:chOff x="0" y="0"/>
          <a:chExt cx="0" cy="0"/>
        </a:xfrm>
      </p:grpSpPr>
      <p:sp>
        <p:nvSpPr>
          <p:cNvPr id="3" name="灯片编号占位符 3">
            <a:extLst>
              <a:ext uri="{FF2B5EF4-FFF2-40B4-BE49-F238E27FC236}">
                <a16:creationId xmlns:a16="http://schemas.microsoft.com/office/drawing/2014/main" id="{4B046EAA-E604-D7A2-A2FA-5843C414CC54}"/>
              </a:ext>
            </a:extLst>
          </p:cNvPr>
          <p:cNvSpPr>
            <a:spLocks noGrp="1"/>
          </p:cNvSpPr>
          <p:nvPr>
            <p:ph type="sldNum" sz="quarter" idx="10"/>
          </p:nvPr>
        </p:nvSpPr>
        <p:spPr>
          <a:xfrm>
            <a:off x="9984296" y="6492240"/>
            <a:ext cx="1764792" cy="137160"/>
          </a:xfrm>
        </p:spPr>
        <p:txBody>
          <a:bodyPr/>
          <a:lstStyle>
            <a:lvl1pPr>
              <a:defRPr sz="900" baseline="0">
                <a:latin typeface="Arial" panose="020B0604020202020204" pitchFamily="34" charset="0"/>
                <a:ea typeface="楷体" panose="02010609060101010101" pitchFamily="49" charset="-122"/>
              </a:defRPr>
            </a:lvl1pPr>
          </a:lstStyle>
          <a:p>
            <a:fld id="{7870704B-CE94-48CC-AF30-84932A1262A7}" type="slidenum">
              <a:rPr lang="en-GB" smtClean="0"/>
              <a:pPr/>
              <a:t>‹#›</a:t>
            </a:fld>
            <a:endParaRPr lang="en-GB"/>
          </a:p>
        </p:txBody>
      </p:sp>
      <p:sp>
        <p:nvSpPr>
          <p:cNvPr id="5" name="Presentation Footer">
            <a:extLst>
              <a:ext uri="{FF2B5EF4-FFF2-40B4-BE49-F238E27FC236}">
                <a16:creationId xmlns:a16="http://schemas.microsoft.com/office/drawing/2014/main" id="{9C0E59E3-7457-3967-6AAE-C0ADE315CEE3}"/>
              </a:ext>
            </a:extLst>
          </p:cNvPr>
          <p:cNvSpPr>
            <a:spLocks noGrp="1"/>
          </p:cNvSpPr>
          <p:nvPr>
            <p:ph type="ftr" sz="quarter" idx="13"/>
          </p:nvPr>
        </p:nvSpPr>
        <p:spPr>
          <a:xfrm>
            <a:off x="587375" y="6478206"/>
            <a:ext cx="4800179" cy="151194"/>
          </a:xfrm>
          <a:prstGeom prst="rect">
            <a:avLst/>
          </a:prstGeom>
        </p:spPr>
        <p:txBody>
          <a:bodyPr lIns="0" tIns="0" rIns="0" bIns="0"/>
          <a:lstStyle>
            <a:lvl1pPr>
              <a:defRPr sz="900" baseline="0">
                <a:latin typeface="Arial" panose="020B0604020202020204" pitchFamily="34" charset="0"/>
                <a:ea typeface="楷体" panose="02010609060101010101" pitchFamily="49" charset="-122"/>
              </a:defRPr>
            </a:lvl1pPr>
          </a:lstStyle>
          <a:p>
            <a:r>
              <a:rPr lang="en-US" altLang="zh-CN"/>
              <a:t>© </a:t>
            </a:r>
            <a:r>
              <a:rPr lang="zh-CN" altLang="en-US"/>
              <a:t>容诚会计师事务所（特殊普通合伙），</a:t>
            </a:r>
            <a:r>
              <a:rPr lang="en-US" altLang="zh-CN"/>
              <a:t>2025</a:t>
            </a:r>
            <a:endParaRPr lang="zh-CN" altLang="en-US"/>
          </a:p>
        </p:txBody>
      </p:sp>
    </p:spTree>
    <p:extLst>
      <p:ext uri="{BB962C8B-B14F-4D97-AF65-F5344CB8AC3E}">
        <p14:creationId xmlns:p14="http://schemas.microsoft.com/office/powerpoint/2010/main" val="26385617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RSM-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6674012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标题页">
    <p:spTree>
      <p:nvGrpSpPr>
        <p:cNvPr id="1" name=""/>
        <p:cNvGrpSpPr/>
        <p:nvPr/>
      </p:nvGrpSpPr>
      <p:grpSpPr>
        <a:xfrm>
          <a:off x="0" y="0"/>
          <a:ext cx="0" cy="0"/>
          <a:chOff x="0" y="0"/>
          <a:chExt cx="0" cy="0"/>
        </a:xfrm>
      </p:grpSpPr>
      <p:grpSp>
        <p:nvGrpSpPr>
          <p:cNvPr id="16" name="Graphic 5">
            <a:extLst>
              <a:ext uri="{FF2B5EF4-FFF2-40B4-BE49-F238E27FC236}">
                <a16:creationId xmlns:a16="http://schemas.microsoft.com/office/drawing/2014/main" id="{E63E3EEB-6CA4-216F-747E-E0722CC339D3}"/>
              </a:ext>
            </a:extLst>
          </p:cNvPr>
          <p:cNvGrpSpPr/>
          <p:nvPr/>
        </p:nvGrpSpPr>
        <p:grpSpPr>
          <a:xfrm>
            <a:off x="6945951" y="4949292"/>
            <a:ext cx="5262129" cy="1912450"/>
            <a:chOff x="6945951" y="4949292"/>
            <a:chExt cx="5262129" cy="1912450"/>
          </a:xfrm>
          <a:solidFill>
            <a:srgbClr val="00153D"/>
          </a:solidFill>
        </p:grpSpPr>
        <p:sp>
          <p:nvSpPr>
            <p:cNvPr id="17" name="Freeform 16">
              <a:extLst>
                <a:ext uri="{FF2B5EF4-FFF2-40B4-BE49-F238E27FC236}">
                  <a16:creationId xmlns:a16="http://schemas.microsoft.com/office/drawing/2014/main" id="{84B7404E-386C-9EE5-631A-BAAED7D57E54}"/>
                </a:ext>
              </a:extLst>
            </p:cNvPr>
            <p:cNvSpPr/>
            <p:nvPr/>
          </p:nvSpPr>
          <p:spPr>
            <a:xfrm>
              <a:off x="6945951" y="6622377"/>
              <a:ext cx="180603" cy="239365"/>
            </a:xfrm>
            <a:custGeom>
              <a:avLst/>
              <a:gdLst>
                <a:gd name="connsiteX0" fmla="*/ 0 w 180603"/>
                <a:gd name="connsiteY0" fmla="*/ 235623 h 239365"/>
                <a:gd name="connsiteX1" fmla="*/ 0 w 180603"/>
                <a:gd name="connsiteY1" fmla="*/ 239366 h 239365"/>
                <a:gd name="connsiteX2" fmla="*/ 180603 w 180603"/>
                <a:gd name="connsiteY2" fmla="*/ 239366 h 239365"/>
                <a:gd name="connsiteX3" fmla="*/ 180603 w 180603"/>
                <a:gd name="connsiteY3" fmla="*/ 235623 h 239365"/>
                <a:gd name="connsiteX4" fmla="*/ 180603 w 180603"/>
                <a:gd name="connsiteY4" fmla="*/ 0 h 239365"/>
                <a:gd name="connsiteX5" fmla="*/ 0 w 180603"/>
                <a:gd name="connsiteY5" fmla="*/ 0 h 239365"/>
                <a:gd name="connsiteX6" fmla="*/ 0 w 180603"/>
                <a:gd name="connsiteY6" fmla="*/ 235623 h 239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0603" h="239365">
                  <a:moveTo>
                    <a:pt x="0" y="235623"/>
                  </a:moveTo>
                  <a:lnTo>
                    <a:pt x="0" y="239366"/>
                  </a:lnTo>
                  <a:lnTo>
                    <a:pt x="180603" y="239366"/>
                  </a:lnTo>
                  <a:lnTo>
                    <a:pt x="180603" y="235623"/>
                  </a:lnTo>
                  <a:lnTo>
                    <a:pt x="180603" y="0"/>
                  </a:lnTo>
                  <a:lnTo>
                    <a:pt x="0" y="0"/>
                  </a:lnTo>
                  <a:lnTo>
                    <a:pt x="0" y="235623"/>
                  </a:lnTo>
                  <a:close/>
                </a:path>
              </a:pathLst>
            </a:custGeom>
            <a:grpFill/>
            <a:ln w="6345"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0F5B6E3B-05F8-9B61-F8CE-111D4687FB3E}"/>
                </a:ext>
              </a:extLst>
            </p:cNvPr>
            <p:cNvSpPr/>
            <p:nvPr/>
          </p:nvSpPr>
          <p:spPr>
            <a:xfrm>
              <a:off x="7228060" y="6622377"/>
              <a:ext cx="451413" cy="239365"/>
            </a:xfrm>
            <a:custGeom>
              <a:avLst/>
              <a:gdLst>
                <a:gd name="connsiteX0" fmla="*/ 0 w 451413"/>
                <a:gd name="connsiteY0" fmla="*/ 235623 h 239365"/>
                <a:gd name="connsiteX1" fmla="*/ 0 w 451413"/>
                <a:gd name="connsiteY1" fmla="*/ 239366 h 239365"/>
                <a:gd name="connsiteX2" fmla="*/ 451413 w 451413"/>
                <a:gd name="connsiteY2" fmla="*/ 239366 h 239365"/>
                <a:gd name="connsiteX3" fmla="*/ 451413 w 451413"/>
                <a:gd name="connsiteY3" fmla="*/ 235623 h 239365"/>
                <a:gd name="connsiteX4" fmla="*/ 451413 w 451413"/>
                <a:gd name="connsiteY4" fmla="*/ 0 h 239365"/>
                <a:gd name="connsiteX5" fmla="*/ 0 w 451413"/>
                <a:gd name="connsiteY5" fmla="*/ 0 h 239365"/>
                <a:gd name="connsiteX6" fmla="*/ 0 w 451413"/>
                <a:gd name="connsiteY6" fmla="*/ 235623 h 239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1413" h="239365">
                  <a:moveTo>
                    <a:pt x="0" y="235623"/>
                  </a:moveTo>
                  <a:lnTo>
                    <a:pt x="0" y="239366"/>
                  </a:lnTo>
                  <a:lnTo>
                    <a:pt x="451413" y="239366"/>
                  </a:lnTo>
                  <a:lnTo>
                    <a:pt x="451413" y="235623"/>
                  </a:lnTo>
                  <a:lnTo>
                    <a:pt x="451413" y="0"/>
                  </a:lnTo>
                  <a:lnTo>
                    <a:pt x="0" y="0"/>
                  </a:lnTo>
                  <a:lnTo>
                    <a:pt x="0" y="235623"/>
                  </a:lnTo>
                  <a:close/>
                </a:path>
              </a:pathLst>
            </a:custGeom>
            <a:grpFill/>
            <a:ln w="6345"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561809B7-44C7-A984-98CE-EF449EE0F7E1}"/>
                </a:ext>
              </a:extLst>
            </p:cNvPr>
            <p:cNvSpPr/>
            <p:nvPr/>
          </p:nvSpPr>
          <p:spPr>
            <a:xfrm>
              <a:off x="10424265" y="5427959"/>
              <a:ext cx="180539" cy="239365"/>
            </a:xfrm>
            <a:custGeom>
              <a:avLst/>
              <a:gdLst>
                <a:gd name="connsiteX0" fmla="*/ 0 w 180539"/>
                <a:gd name="connsiteY0" fmla="*/ 0 h 239365"/>
                <a:gd name="connsiteX1" fmla="*/ 180539 w 180539"/>
                <a:gd name="connsiteY1" fmla="*/ 0 h 239365"/>
                <a:gd name="connsiteX2" fmla="*/ 180539 w 180539"/>
                <a:gd name="connsiteY2" fmla="*/ 239366 h 239365"/>
                <a:gd name="connsiteX3" fmla="*/ 0 w 180539"/>
                <a:gd name="connsiteY3" fmla="*/ 239366 h 239365"/>
              </a:gdLst>
              <a:ahLst/>
              <a:cxnLst>
                <a:cxn ang="0">
                  <a:pos x="connsiteX0" y="connsiteY0"/>
                </a:cxn>
                <a:cxn ang="0">
                  <a:pos x="connsiteX1" y="connsiteY1"/>
                </a:cxn>
                <a:cxn ang="0">
                  <a:pos x="connsiteX2" y="connsiteY2"/>
                </a:cxn>
                <a:cxn ang="0">
                  <a:pos x="connsiteX3" y="connsiteY3"/>
                </a:cxn>
              </a:cxnLst>
              <a:rect l="l" t="t" r="r" b="b"/>
              <a:pathLst>
                <a:path w="180539" h="239365">
                  <a:moveTo>
                    <a:pt x="0" y="0"/>
                  </a:moveTo>
                  <a:lnTo>
                    <a:pt x="180539" y="0"/>
                  </a:lnTo>
                  <a:lnTo>
                    <a:pt x="180539" y="239366"/>
                  </a:lnTo>
                  <a:lnTo>
                    <a:pt x="0" y="239366"/>
                  </a:lnTo>
                  <a:close/>
                </a:path>
              </a:pathLst>
            </a:custGeom>
            <a:grpFill/>
            <a:ln w="6345"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3899AD9D-14FB-95D7-56B2-54AAB517ABB2}"/>
                </a:ext>
              </a:extLst>
            </p:cNvPr>
            <p:cNvSpPr/>
            <p:nvPr/>
          </p:nvSpPr>
          <p:spPr>
            <a:xfrm>
              <a:off x="7780916" y="4949292"/>
              <a:ext cx="4427164" cy="1908834"/>
            </a:xfrm>
            <a:custGeom>
              <a:avLst/>
              <a:gdLst>
                <a:gd name="connsiteX0" fmla="*/ 4016443 w 4427164"/>
                <a:gd name="connsiteY0" fmla="*/ 0 h 1908834"/>
                <a:gd name="connsiteX1" fmla="*/ 4016443 w 4427164"/>
                <a:gd name="connsiteY1" fmla="*/ 239366 h 1908834"/>
                <a:gd name="connsiteX2" fmla="*/ 4196285 w 4427164"/>
                <a:gd name="connsiteY2" fmla="*/ 239366 h 1908834"/>
                <a:gd name="connsiteX3" fmla="*/ 4196285 w 4427164"/>
                <a:gd name="connsiteY3" fmla="*/ 478731 h 1908834"/>
                <a:gd name="connsiteX4" fmla="*/ 3827587 w 4427164"/>
                <a:gd name="connsiteY4" fmla="*/ 478731 h 1908834"/>
                <a:gd name="connsiteX5" fmla="*/ 3827587 w 4427164"/>
                <a:gd name="connsiteY5" fmla="*/ 239366 h 1908834"/>
                <a:gd name="connsiteX6" fmla="*/ 3376174 w 4427164"/>
                <a:gd name="connsiteY6" fmla="*/ 239366 h 1908834"/>
                <a:gd name="connsiteX7" fmla="*/ 3376174 w 4427164"/>
                <a:gd name="connsiteY7" fmla="*/ 478731 h 1908834"/>
                <a:gd name="connsiteX8" fmla="*/ 3259305 w 4427164"/>
                <a:gd name="connsiteY8" fmla="*/ 478731 h 1908834"/>
                <a:gd name="connsiteX9" fmla="*/ 3259305 w 4427164"/>
                <a:gd name="connsiteY9" fmla="*/ 239366 h 1908834"/>
                <a:gd name="connsiteX10" fmla="*/ 3157736 w 4427164"/>
                <a:gd name="connsiteY10" fmla="*/ 239366 h 1908834"/>
                <a:gd name="connsiteX11" fmla="*/ 3157736 w 4427164"/>
                <a:gd name="connsiteY11" fmla="*/ 478731 h 1908834"/>
                <a:gd name="connsiteX12" fmla="*/ 2925459 w 4427164"/>
                <a:gd name="connsiteY12" fmla="*/ 478731 h 1908834"/>
                <a:gd name="connsiteX13" fmla="*/ 2925459 w 4427164"/>
                <a:gd name="connsiteY13" fmla="*/ 718097 h 1908834"/>
                <a:gd name="connsiteX14" fmla="*/ 3040740 w 4427164"/>
                <a:gd name="connsiteY14" fmla="*/ 718097 h 1908834"/>
                <a:gd name="connsiteX15" fmla="*/ 3040740 w 4427164"/>
                <a:gd name="connsiteY15" fmla="*/ 955179 h 1908834"/>
                <a:gd name="connsiteX16" fmla="*/ 2772152 w 4427164"/>
                <a:gd name="connsiteY16" fmla="*/ 955179 h 1908834"/>
                <a:gd name="connsiteX17" fmla="*/ 2772152 w 4427164"/>
                <a:gd name="connsiteY17" fmla="*/ 1194481 h 1908834"/>
                <a:gd name="connsiteX18" fmla="*/ 2670582 w 4427164"/>
                <a:gd name="connsiteY18" fmla="*/ 1194481 h 1908834"/>
                <a:gd name="connsiteX19" fmla="*/ 2670582 w 4427164"/>
                <a:gd name="connsiteY19" fmla="*/ 955179 h 1908834"/>
                <a:gd name="connsiteX20" fmla="*/ 2219169 w 4427164"/>
                <a:gd name="connsiteY20" fmla="*/ 955179 h 1908834"/>
                <a:gd name="connsiteX21" fmla="*/ 2219169 w 4427164"/>
                <a:gd name="connsiteY21" fmla="*/ 1194481 h 1908834"/>
                <a:gd name="connsiteX22" fmla="*/ 2117600 w 4427164"/>
                <a:gd name="connsiteY22" fmla="*/ 1194481 h 1908834"/>
                <a:gd name="connsiteX23" fmla="*/ 2117600 w 4427164"/>
                <a:gd name="connsiteY23" fmla="*/ 955179 h 1908834"/>
                <a:gd name="connsiteX24" fmla="*/ 1937059 w 4427164"/>
                <a:gd name="connsiteY24" fmla="*/ 955179 h 1908834"/>
                <a:gd name="connsiteX25" fmla="*/ 1937059 w 4427164"/>
                <a:gd name="connsiteY25" fmla="*/ 1433847 h 1908834"/>
                <a:gd name="connsiteX26" fmla="*/ 1644476 w 4427164"/>
                <a:gd name="connsiteY26" fmla="*/ 1433847 h 1908834"/>
                <a:gd name="connsiteX27" fmla="*/ 1644476 w 4427164"/>
                <a:gd name="connsiteY27" fmla="*/ 1194481 h 1908834"/>
                <a:gd name="connsiteX28" fmla="*/ 1192237 w 4427164"/>
                <a:gd name="connsiteY28" fmla="*/ 1194481 h 1908834"/>
                <a:gd name="connsiteX29" fmla="*/ 1192237 w 4427164"/>
                <a:gd name="connsiteY29" fmla="*/ 1433847 h 1908834"/>
                <a:gd name="connsiteX30" fmla="*/ 740824 w 4427164"/>
                <a:gd name="connsiteY30" fmla="*/ 1433847 h 1908834"/>
                <a:gd name="connsiteX31" fmla="*/ 740824 w 4427164"/>
                <a:gd name="connsiteY31" fmla="*/ 1673212 h 1908834"/>
                <a:gd name="connsiteX32" fmla="*/ 0 w 4427164"/>
                <a:gd name="connsiteY32" fmla="*/ 1673212 h 1908834"/>
                <a:gd name="connsiteX33" fmla="*/ 0 w 4427164"/>
                <a:gd name="connsiteY33" fmla="*/ 1908835 h 1908834"/>
                <a:gd name="connsiteX34" fmla="*/ 4427165 w 4427164"/>
                <a:gd name="connsiteY34" fmla="*/ 1908835 h 1908834"/>
                <a:gd name="connsiteX35" fmla="*/ 4427165 w 4427164"/>
                <a:gd name="connsiteY35" fmla="*/ 127 h 1908834"/>
                <a:gd name="connsiteX36" fmla="*/ 4016316 w 4427164"/>
                <a:gd name="connsiteY36" fmla="*/ 127 h 1908834"/>
                <a:gd name="connsiteX37" fmla="*/ 2224374 w 4427164"/>
                <a:gd name="connsiteY37" fmla="*/ 1673149 h 1908834"/>
                <a:gd name="connsiteX38" fmla="*/ 2122805 w 4427164"/>
                <a:gd name="connsiteY38" fmla="*/ 1673149 h 1908834"/>
                <a:gd name="connsiteX39" fmla="*/ 2122805 w 4427164"/>
                <a:gd name="connsiteY39" fmla="*/ 1433783 h 1908834"/>
                <a:gd name="connsiteX40" fmla="*/ 2224374 w 4427164"/>
                <a:gd name="connsiteY40" fmla="*/ 1433783 h 1908834"/>
                <a:gd name="connsiteX41" fmla="*/ 2224374 w 4427164"/>
                <a:gd name="connsiteY41" fmla="*/ 1673149 h 1908834"/>
                <a:gd name="connsiteX42" fmla="*/ 2530353 w 4427164"/>
                <a:gd name="connsiteY42" fmla="*/ 1433783 h 1908834"/>
                <a:gd name="connsiteX43" fmla="*/ 2349813 w 4427164"/>
                <a:gd name="connsiteY43" fmla="*/ 1433783 h 1908834"/>
                <a:gd name="connsiteX44" fmla="*/ 2349813 w 4427164"/>
                <a:gd name="connsiteY44" fmla="*/ 1194417 h 1908834"/>
                <a:gd name="connsiteX45" fmla="*/ 2530353 w 4427164"/>
                <a:gd name="connsiteY45" fmla="*/ 1194417 h 1908834"/>
                <a:gd name="connsiteX46" fmla="*/ 2530353 w 4427164"/>
                <a:gd name="connsiteY46" fmla="*/ 1433783 h 1908834"/>
                <a:gd name="connsiteX47" fmla="*/ 4016380 w 4427164"/>
                <a:gd name="connsiteY47" fmla="*/ 955115 h 1908834"/>
                <a:gd name="connsiteX48" fmla="*/ 3851709 w 4427164"/>
                <a:gd name="connsiteY48" fmla="*/ 955115 h 1908834"/>
                <a:gd name="connsiteX49" fmla="*/ 3851709 w 4427164"/>
                <a:gd name="connsiteY49" fmla="*/ 718034 h 1908834"/>
                <a:gd name="connsiteX50" fmla="*/ 4016380 w 4427164"/>
                <a:gd name="connsiteY50" fmla="*/ 718034 h 1908834"/>
                <a:gd name="connsiteX51" fmla="*/ 4016380 w 4427164"/>
                <a:gd name="connsiteY51" fmla="*/ 955115 h 1908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427164" h="1908834">
                  <a:moveTo>
                    <a:pt x="4016443" y="0"/>
                  </a:moveTo>
                  <a:lnTo>
                    <a:pt x="4016443" y="239366"/>
                  </a:lnTo>
                  <a:lnTo>
                    <a:pt x="4196285" y="239366"/>
                  </a:lnTo>
                  <a:lnTo>
                    <a:pt x="4196285" y="478731"/>
                  </a:lnTo>
                  <a:lnTo>
                    <a:pt x="3827587" y="478731"/>
                  </a:lnTo>
                  <a:lnTo>
                    <a:pt x="3827587" y="239366"/>
                  </a:lnTo>
                  <a:lnTo>
                    <a:pt x="3376174" y="239366"/>
                  </a:lnTo>
                  <a:lnTo>
                    <a:pt x="3376174" y="478731"/>
                  </a:lnTo>
                  <a:lnTo>
                    <a:pt x="3259305" y="478731"/>
                  </a:lnTo>
                  <a:lnTo>
                    <a:pt x="3259305" y="239366"/>
                  </a:lnTo>
                  <a:lnTo>
                    <a:pt x="3157736" y="239366"/>
                  </a:lnTo>
                  <a:lnTo>
                    <a:pt x="3157736" y="478731"/>
                  </a:lnTo>
                  <a:lnTo>
                    <a:pt x="2925459" y="478731"/>
                  </a:lnTo>
                  <a:lnTo>
                    <a:pt x="2925459" y="718097"/>
                  </a:lnTo>
                  <a:lnTo>
                    <a:pt x="3040740" y="718097"/>
                  </a:lnTo>
                  <a:lnTo>
                    <a:pt x="3040740" y="955179"/>
                  </a:lnTo>
                  <a:lnTo>
                    <a:pt x="2772152" y="955179"/>
                  </a:lnTo>
                  <a:lnTo>
                    <a:pt x="2772152" y="1194481"/>
                  </a:lnTo>
                  <a:lnTo>
                    <a:pt x="2670582" y="1194481"/>
                  </a:lnTo>
                  <a:lnTo>
                    <a:pt x="2670582" y="955179"/>
                  </a:lnTo>
                  <a:lnTo>
                    <a:pt x="2219169" y="955179"/>
                  </a:lnTo>
                  <a:lnTo>
                    <a:pt x="2219169" y="1194481"/>
                  </a:lnTo>
                  <a:lnTo>
                    <a:pt x="2117600" y="1194481"/>
                  </a:lnTo>
                  <a:lnTo>
                    <a:pt x="2117600" y="955179"/>
                  </a:lnTo>
                  <a:lnTo>
                    <a:pt x="1937059" y="955179"/>
                  </a:lnTo>
                  <a:lnTo>
                    <a:pt x="1937059" y="1433847"/>
                  </a:lnTo>
                  <a:lnTo>
                    <a:pt x="1644476" y="1433847"/>
                  </a:lnTo>
                  <a:lnTo>
                    <a:pt x="1644476" y="1194481"/>
                  </a:lnTo>
                  <a:lnTo>
                    <a:pt x="1192237" y="1194481"/>
                  </a:lnTo>
                  <a:lnTo>
                    <a:pt x="1192237" y="1433847"/>
                  </a:lnTo>
                  <a:lnTo>
                    <a:pt x="740824" y="1433847"/>
                  </a:lnTo>
                  <a:lnTo>
                    <a:pt x="740824" y="1673212"/>
                  </a:lnTo>
                  <a:lnTo>
                    <a:pt x="0" y="1673212"/>
                  </a:lnTo>
                  <a:lnTo>
                    <a:pt x="0" y="1908835"/>
                  </a:lnTo>
                  <a:lnTo>
                    <a:pt x="4427165" y="1908835"/>
                  </a:lnTo>
                  <a:lnTo>
                    <a:pt x="4427165" y="127"/>
                  </a:lnTo>
                  <a:lnTo>
                    <a:pt x="4016316" y="127"/>
                  </a:lnTo>
                  <a:close/>
                  <a:moveTo>
                    <a:pt x="2224374" y="1673149"/>
                  </a:moveTo>
                  <a:lnTo>
                    <a:pt x="2122805" y="1673149"/>
                  </a:lnTo>
                  <a:lnTo>
                    <a:pt x="2122805" y="1433783"/>
                  </a:lnTo>
                  <a:lnTo>
                    <a:pt x="2224374" y="1433783"/>
                  </a:lnTo>
                  <a:lnTo>
                    <a:pt x="2224374" y="1673149"/>
                  </a:lnTo>
                  <a:close/>
                  <a:moveTo>
                    <a:pt x="2530353" y="1433783"/>
                  </a:moveTo>
                  <a:lnTo>
                    <a:pt x="2349813" y="1433783"/>
                  </a:lnTo>
                  <a:lnTo>
                    <a:pt x="2349813" y="1194417"/>
                  </a:lnTo>
                  <a:lnTo>
                    <a:pt x="2530353" y="1194417"/>
                  </a:lnTo>
                  <a:lnTo>
                    <a:pt x="2530353" y="1433783"/>
                  </a:lnTo>
                  <a:close/>
                  <a:moveTo>
                    <a:pt x="4016380" y="955115"/>
                  </a:moveTo>
                  <a:lnTo>
                    <a:pt x="3851709" y="955115"/>
                  </a:lnTo>
                  <a:lnTo>
                    <a:pt x="3851709" y="718034"/>
                  </a:lnTo>
                  <a:lnTo>
                    <a:pt x="4016380" y="718034"/>
                  </a:lnTo>
                  <a:lnTo>
                    <a:pt x="4016380" y="955115"/>
                  </a:lnTo>
                  <a:close/>
                </a:path>
              </a:pathLst>
            </a:custGeom>
            <a:grpFill/>
            <a:ln w="6345" cap="flat">
              <a:noFill/>
              <a:prstDash val="solid"/>
              <a:miter/>
            </a:ln>
          </p:spPr>
          <p:txBody>
            <a:bodyPr rtlCol="0" anchor="ctr"/>
            <a:lstStyle/>
            <a:p>
              <a:endParaRPr lang="en-US"/>
            </a:p>
          </p:txBody>
        </p:sp>
      </p:grpSp>
      <p:sp>
        <p:nvSpPr>
          <p:cNvPr id="25" name="灯片编号占位符 26">
            <a:extLst>
              <a:ext uri="{FF2B5EF4-FFF2-40B4-BE49-F238E27FC236}">
                <a16:creationId xmlns:a16="http://schemas.microsoft.com/office/drawing/2014/main" id="{CF723CD9-2CD2-4AF4-A938-7BFC64EAA03D}"/>
              </a:ext>
            </a:extLst>
          </p:cNvPr>
          <p:cNvSpPr txBox="1">
            <a:spLocks/>
          </p:cNvSpPr>
          <p:nvPr userDrawn="1"/>
        </p:nvSpPr>
        <p:spPr>
          <a:xfrm>
            <a:off x="9216996" y="6467037"/>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AC55EBE-562D-4CAB-9E8D-9EC696F37C33}" type="slidenum">
              <a:rPr lang="zh-CN" altLang="en-US" smtClean="0">
                <a:solidFill>
                  <a:schemeClr val="bg1"/>
                </a:solidFill>
              </a:rPr>
              <a:pPr/>
              <a:t>‹#›</a:t>
            </a:fld>
            <a:endParaRPr lang="zh-CN" altLang="en-US">
              <a:solidFill>
                <a:schemeClr val="bg1"/>
              </a:solidFill>
            </a:endParaRPr>
          </a:p>
        </p:txBody>
      </p:sp>
    </p:spTree>
    <p:extLst>
      <p:ext uri="{BB962C8B-B14F-4D97-AF65-F5344CB8AC3E}">
        <p14:creationId xmlns:p14="http://schemas.microsoft.com/office/powerpoint/2010/main" val="25099477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cSld name="Blank No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79443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14FA7B6-0834-3A28-385D-066018DC4A7B}"/>
              </a:ext>
            </a:extLst>
          </p:cNvPr>
          <p:cNvGraphicFramePr>
            <a:graphicFrameLocks noChangeAspect="1"/>
          </p:cNvGraphicFramePr>
          <p:nvPr userDrawn="1">
            <p:custDataLst>
              <p:tags r:id="rId1"/>
            </p:custDataLst>
            <p:extLst>
              <p:ext uri="{D42A27DB-BD31-4B8C-83A1-F6EECF244321}">
                <p14:modId xmlns:p14="http://schemas.microsoft.com/office/powerpoint/2010/main" val="764479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3" imgW="472" imgH="457" progId="TCLayout.ActiveDocument.1">
                  <p:embed/>
                </p:oleObj>
              </mc:Choice>
              <mc:Fallback>
                <p:oleObj name="think-cell 幻灯片" r:id="rId3" imgW="472" imgH="457" progId="TCLayout.ActiveDocument.1">
                  <p:embed/>
                  <p:pic>
                    <p:nvPicPr>
                      <p:cNvPr id="3" name="think-cell data - do not delete" hidden="1">
                        <a:extLst>
                          <a:ext uri="{FF2B5EF4-FFF2-40B4-BE49-F238E27FC236}">
                            <a16:creationId xmlns:a16="http://schemas.microsoft.com/office/drawing/2014/main" id="{014FA7B6-0834-3A28-385D-066018DC4A7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497792F-65E0-2F0E-A986-40F6AD8B1DD2}"/>
              </a:ext>
            </a:extLst>
          </p:cNvPr>
          <p:cNvSpPr>
            <a:spLocks noGrp="1"/>
          </p:cNvSpPr>
          <p:nvPr>
            <p:ph type="title"/>
          </p:nvPr>
        </p:nvSpPr>
        <p:spPr/>
        <p:txBody>
          <a:bodyPr vert="horz"/>
          <a:lstStyle>
            <a:lvl1pPr>
              <a:defRPr>
                <a:latin typeface="楷体" panose="02010609060101010101" pitchFamily="49" charset="-122"/>
                <a:ea typeface="楷体" panose="02010609060101010101" pitchFamily="49" charset="-122"/>
                <a:sym typeface="楷体" panose="02010609060101010101" pitchFamily="49" charset="-122"/>
              </a:defRPr>
            </a:lvl1pPr>
          </a:lstStyle>
          <a:p>
            <a:r>
              <a:rPr lang="zh-CN" altLang="en-US"/>
              <a:t>单击此处编辑母版标题样式</a:t>
            </a:r>
            <a:endParaRPr lang="en-GB"/>
          </a:p>
        </p:txBody>
      </p:sp>
      <p:sp>
        <p:nvSpPr>
          <p:cNvPr id="5" name="Slide Number Placeholder 4">
            <a:extLst>
              <a:ext uri="{FF2B5EF4-FFF2-40B4-BE49-F238E27FC236}">
                <a16:creationId xmlns:a16="http://schemas.microsoft.com/office/drawing/2014/main" id="{86C65AE3-0C2B-E01A-62AC-907E10AF193E}"/>
              </a:ext>
            </a:extLst>
          </p:cNvPr>
          <p:cNvSpPr>
            <a:spLocks noGrp="1"/>
          </p:cNvSpPr>
          <p:nvPr>
            <p:ph type="sldNum" sz="quarter" idx="12"/>
          </p:nvPr>
        </p:nvSpPr>
        <p:spPr/>
        <p:txBody>
          <a:bodyPr/>
          <a:lstStyle>
            <a:lvl1pPr>
              <a:defRPr>
                <a:latin typeface="楷体" panose="02010609060101010101" pitchFamily="49" charset="-122"/>
                <a:ea typeface="楷体" panose="02010609060101010101" pitchFamily="49" charset="-122"/>
                <a:sym typeface="楷体" panose="02010609060101010101" pitchFamily="49" charset="-122"/>
              </a:defRPr>
            </a:lvl1pPr>
          </a:lstStyle>
          <a:p>
            <a:fld id="{6686A102-957E-47D3-A22D-E8508A8052D6}" type="slidenum">
              <a:rPr lang="en-GB" smtClean="0"/>
              <a:pPr/>
              <a:t>‹#›</a:t>
            </a:fld>
            <a:endParaRPr lang="en-GB"/>
          </a:p>
        </p:txBody>
      </p:sp>
    </p:spTree>
    <p:extLst>
      <p:ext uri="{BB962C8B-B14F-4D97-AF65-F5344CB8AC3E}">
        <p14:creationId xmlns:p14="http://schemas.microsoft.com/office/powerpoint/2010/main" val="35766524"/>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1134E43D-4C70-911D-BC37-52868F8E54A7}"/>
              </a:ext>
            </a:extLst>
          </p:cNvPr>
          <p:cNvGraphicFramePr>
            <a:graphicFrameLocks noChangeAspect="1"/>
          </p:cNvGraphicFramePr>
          <p:nvPr userDrawn="1">
            <p:custDataLst>
              <p:tags r:id="rId1"/>
            </p:custDataLst>
            <p:extLst>
              <p:ext uri="{D42A27DB-BD31-4B8C-83A1-F6EECF244321}">
                <p14:modId xmlns:p14="http://schemas.microsoft.com/office/powerpoint/2010/main" val="22324180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3" imgW="495" imgH="495" progId="TCLayout.ActiveDocument.1">
                  <p:embed/>
                </p:oleObj>
              </mc:Choice>
              <mc:Fallback>
                <p:oleObj name="think-cell 幻灯片" r:id="rId3" imgW="495" imgH="495" progId="TCLayout.ActiveDocument.1">
                  <p:embed/>
                  <p:pic>
                    <p:nvPicPr>
                      <p:cNvPr id="9" name="think-cell data - do not delete" hidden="1">
                        <a:extLst>
                          <a:ext uri="{FF2B5EF4-FFF2-40B4-BE49-F238E27FC236}">
                            <a16:creationId xmlns:a16="http://schemas.microsoft.com/office/drawing/2014/main" id="{1134E43D-4C70-911D-BC37-52868F8E54A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497792F-65E0-2F0E-A986-40F6AD8B1DD2}"/>
              </a:ext>
            </a:extLst>
          </p:cNvPr>
          <p:cNvSpPr>
            <a:spLocks noGrp="1"/>
          </p:cNvSpPr>
          <p:nvPr>
            <p:ph type="title"/>
          </p:nvPr>
        </p:nvSpPr>
        <p:spPr>
          <a:xfrm>
            <a:off x="660399" y="628125"/>
            <a:ext cx="10858500" cy="369332"/>
          </a:xfrm>
        </p:spPr>
        <p:txBody>
          <a:bodyPr vert="horz" wrap="square" lIns="0" tIns="0" rIns="0" bIns="0" rtlCol="0" anchor="t" anchorCtr="0">
            <a:spAutoFit/>
          </a:bodyPr>
          <a:lstStyle>
            <a:lvl1pPr>
              <a:defRPr lang="zh-SG" altLang="en-US" sz="2400" b="1" dirty="0"/>
            </a:lvl1pPr>
          </a:lstStyle>
          <a:p>
            <a:pPr lvl="0"/>
            <a:r>
              <a:rPr lang="zh-SG" altLang="en-US"/>
              <a:t>单击此处编辑母版标题样式</a:t>
            </a:r>
          </a:p>
        </p:txBody>
      </p:sp>
      <p:sp>
        <p:nvSpPr>
          <p:cNvPr id="5" name="Slide Number Placeholder 4">
            <a:extLst>
              <a:ext uri="{FF2B5EF4-FFF2-40B4-BE49-F238E27FC236}">
                <a16:creationId xmlns:a16="http://schemas.microsoft.com/office/drawing/2014/main" id="{86C65AE3-0C2B-E01A-62AC-907E10AF193E}"/>
              </a:ext>
            </a:extLst>
          </p:cNvPr>
          <p:cNvSpPr>
            <a:spLocks noGrp="1"/>
          </p:cNvSpPr>
          <p:nvPr>
            <p:ph type="sldNum" sz="quarter" idx="12"/>
          </p:nvPr>
        </p:nvSpPr>
        <p:spPr/>
        <p:txBody>
          <a:bodyPr/>
          <a:lstStyle/>
          <a:p>
            <a:fld id="{6686A102-957E-47D3-A22D-E8508A8052D6}" type="slidenum">
              <a:rPr lang="en-US" altLang="zh-SG" smtClean="0"/>
              <a:t>‹#›</a:t>
            </a:fld>
            <a:endParaRPr lang="zh-SG" altLang="en-US"/>
          </a:p>
        </p:txBody>
      </p:sp>
      <p:sp>
        <p:nvSpPr>
          <p:cNvPr id="7" name="文本占位符 10">
            <a:extLst>
              <a:ext uri="{FF2B5EF4-FFF2-40B4-BE49-F238E27FC236}">
                <a16:creationId xmlns:a16="http://schemas.microsoft.com/office/drawing/2014/main" id="{F85E189D-92E9-9739-44E1-1269FC10B1E3}"/>
              </a:ext>
            </a:extLst>
          </p:cNvPr>
          <p:cNvSpPr>
            <a:spLocks noGrp="1"/>
          </p:cNvSpPr>
          <p:nvPr>
            <p:ph type="body" sz="quarter" idx="13" hasCustomPrompt="1"/>
          </p:nvPr>
        </p:nvSpPr>
        <p:spPr>
          <a:xfrm>
            <a:off x="671033" y="6237288"/>
            <a:ext cx="10620375" cy="162001"/>
          </a:xfrm>
        </p:spPr>
        <p:txBody>
          <a:bodyPr anchor="ctr"/>
          <a:lstStyle>
            <a:lvl1pPr>
              <a:defRPr sz="800">
                <a:solidFill>
                  <a:srgbClr val="333333"/>
                </a:solidFill>
              </a:defRPr>
            </a:lvl1pPr>
            <a:lvl2pPr marL="0" indent="0">
              <a:buNone/>
              <a:defRPr/>
            </a:lvl2pPr>
          </a:lstStyle>
          <a:p>
            <a:pPr lvl="0"/>
            <a:r>
              <a:rPr lang="zh-CN" altLang="en-US"/>
              <a:t>资料来源</a:t>
            </a:r>
          </a:p>
        </p:txBody>
      </p:sp>
      <p:sp>
        <p:nvSpPr>
          <p:cNvPr id="10" name="文本占位符 12">
            <a:extLst>
              <a:ext uri="{FF2B5EF4-FFF2-40B4-BE49-F238E27FC236}">
                <a16:creationId xmlns:a16="http://schemas.microsoft.com/office/drawing/2014/main" id="{C8A626E4-E1CC-5B84-8C2B-BE7297D10459}"/>
              </a:ext>
            </a:extLst>
          </p:cNvPr>
          <p:cNvSpPr>
            <a:spLocks noGrp="1"/>
          </p:cNvSpPr>
          <p:nvPr>
            <p:ph type="body" sz="quarter" idx="14" hasCustomPrompt="1"/>
          </p:nvPr>
        </p:nvSpPr>
        <p:spPr>
          <a:xfrm>
            <a:off x="660400" y="6056236"/>
            <a:ext cx="10620374" cy="162001"/>
          </a:xfrm>
        </p:spPr>
        <p:txBody>
          <a:bodyPr anchor="ctr"/>
          <a:lstStyle>
            <a:lvl1pPr>
              <a:defRPr sz="800">
                <a:solidFill>
                  <a:srgbClr val="333333"/>
                </a:solidFill>
              </a:defRPr>
            </a:lvl1pPr>
          </a:lstStyle>
          <a:p>
            <a:pPr lvl="0"/>
            <a:r>
              <a:rPr lang="zh-CN" altLang="en-US"/>
              <a:t>注：</a:t>
            </a:r>
            <a:endParaRPr lang="en-GB"/>
          </a:p>
        </p:txBody>
      </p:sp>
    </p:spTree>
    <p:extLst>
      <p:ext uri="{BB962C8B-B14F-4D97-AF65-F5344CB8AC3E}">
        <p14:creationId xmlns:p14="http://schemas.microsoft.com/office/powerpoint/2010/main" val="16708215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oleObject" Target="../embeddings/oleObject1.bin"/><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ags" Target="../tags/tag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ags" Target="../tags/tag1.xml"/><Relationship Id="rId5" Type="http://schemas.openxmlformats.org/officeDocument/2006/relationships/slideLayout" Target="../slideLayouts/slideLayout16.xml"/><Relationship Id="rId10"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3F89DE-8DCA-B20F-22B6-05E84EB689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B3613BD-8DEA-5EF5-9954-F9A28CCC24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9BB64E-0130-7288-1A53-4477405191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B25B7B-4460-4D5A-8683-41312A8D5563}" type="datetimeFigureOut">
              <a:rPr lang="en-US" smtClean="0"/>
              <a:t>3/24/2026</a:t>
            </a:fld>
            <a:endParaRPr lang="en-US"/>
          </a:p>
        </p:txBody>
      </p:sp>
      <p:sp>
        <p:nvSpPr>
          <p:cNvPr id="5" name="Footer Placeholder 4">
            <a:extLst>
              <a:ext uri="{FF2B5EF4-FFF2-40B4-BE49-F238E27FC236}">
                <a16:creationId xmlns:a16="http://schemas.microsoft.com/office/drawing/2014/main" id="{0FEA9733-DB6F-EFC0-02F7-931162906E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788D917-70D6-81E9-E1D4-C0D0A5A5AD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8A7AC0-A714-4B25-AFED-9823F8D6B8AB}" type="slidenum">
              <a:rPr lang="en-US" smtClean="0"/>
              <a:t>‹#›</a:t>
            </a:fld>
            <a:endParaRPr lang="en-US"/>
          </a:p>
        </p:txBody>
      </p:sp>
    </p:spTree>
    <p:extLst>
      <p:ext uri="{BB962C8B-B14F-4D97-AF65-F5344CB8AC3E}">
        <p14:creationId xmlns:p14="http://schemas.microsoft.com/office/powerpoint/2010/main" val="26176002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E5826496-709E-4AAF-9F42-962D9184E14D}"/>
              </a:ext>
            </a:extLst>
          </p:cNvPr>
          <p:cNvGraphicFramePr>
            <a:graphicFrameLocks/>
          </p:cNvGraphicFramePr>
          <p:nvPr userDrawn="1">
            <p:custDataLst>
              <p:tags r:id="rId11"/>
            </p:custDataLst>
            <p:extLst>
              <p:ext uri="{D42A27DB-BD31-4B8C-83A1-F6EECF244321}">
                <p14:modId xmlns:p14="http://schemas.microsoft.com/office/powerpoint/2010/main" val="26046654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13" imgW="592" imgH="595" progId="TCLayout.ActiveDocument.1">
                  <p:embed/>
                </p:oleObj>
              </mc:Choice>
              <mc:Fallback>
                <p:oleObj name="think-cell 幻灯片" r:id="rId13" imgW="592" imgH="595" progId="TCLayout.ActiveDocument.1">
                  <p:embed/>
                  <p:pic>
                    <p:nvPicPr>
                      <p:cNvPr id="9" name="Object 8" hidden="1">
                        <a:extLst>
                          <a:ext uri="{FF2B5EF4-FFF2-40B4-BE49-F238E27FC236}">
                            <a16:creationId xmlns:a16="http://schemas.microsoft.com/office/drawing/2014/main" id="{E5826496-709E-4AAF-9F42-962D9184E14D}"/>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FD7A0EBA-1EC9-4C8C-AEEB-5A48E66E55CF}"/>
              </a:ext>
            </a:extLst>
          </p:cNvPr>
          <p:cNvSpPr/>
          <p:nvPr userDrawn="1">
            <p:custDataLst>
              <p:tags r:id="rId12"/>
            </p:custDataLst>
          </p:nvPr>
        </p:nvSpPr>
        <p:spPr>
          <a:xfrm>
            <a:off x="0" y="0"/>
            <a:ext cx="158750" cy="158750"/>
          </a:xfrm>
          <a:prstGeom prst="rect">
            <a:avLst/>
          </a:prstGeom>
          <a:ln>
            <a:noFill/>
          </a:ln>
        </p:spPr>
        <p:style>
          <a:lnRef idx="0">
            <a:schemeClr val="accent1"/>
          </a:lnRef>
          <a:fillRef idx="1">
            <a:schemeClr val="accent1"/>
          </a:fillRef>
          <a:effectRef idx="0">
            <a:schemeClr val="dk1"/>
          </a:effectRef>
          <a:fontRef idx="minor">
            <a:schemeClr val="lt1"/>
          </a:fontRef>
        </p:style>
        <p:txBody>
          <a:bodyPr wrap="none" lIns="0" tIns="0" rIns="0" bIns="0" numCol="1" spcCol="0" rtlCol="0" anchor="ctr" anchorCtr="0">
            <a:noAutofit/>
          </a:bodyPr>
          <a:lstStyle/>
          <a:p>
            <a:pPr marL="0" lvl="0" indent="0" algn="ctr">
              <a:lnSpc>
                <a:spcPct val="100000"/>
              </a:lnSpc>
            </a:pPr>
            <a:endParaRPr lang="en-GB" altLang="zh-CN" sz="3200" b="0" i="0" baseline="0">
              <a:latin typeface="Georgia" panose="02040502050405020303" pitchFamily="18" charset="0"/>
              <a:ea typeface="+mj-ea"/>
              <a:cs typeface="+mj-cs"/>
              <a:sym typeface="Georgia" panose="02040502050405020303" pitchFamily="18" charset="0"/>
            </a:endParaRPr>
          </a:p>
        </p:txBody>
      </p:sp>
      <p:sp>
        <p:nvSpPr>
          <p:cNvPr id="2" name="Title Placeholder 1"/>
          <p:cNvSpPr>
            <a:spLocks noGrp="1"/>
          </p:cNvSpPr>
          <p:nvPr>
            <p:ph type="title"/>
          </p:nvPr>
        </p:nvSpPr>
        <p:spPr>
          <a:xfrm>
            <a:off x="442913" y="432004"/>
            <a:ext cx="11306175" cy="445823"/>
          </a:xfrm>
          <a:prstGeom prst="rect">
            <a:avLst/>
          </a:prstGeom>
        </p:spPr>
        <p:txBody>
          <a:bodyPr vert="horz" lIns="0" tIns="0" rIns="0" bIns="0" rtlCol="0" anchor="t" anchorCtr="0">
            <a:normAutofit/>
          </a:bodyPr>
          <a:lstStyle/>
          <a:p>
            <a:r>
              <a:rPr lang="en-GB"/>
              <a:t>[</a:t>
            </a:r>
            <a:r>
              <a:rPr lang="zh-CN" altLang="en-US"/>
              <a:t>标题</a:t>
            </a:r>
            <a:r>
              <a:rPr lang="en-GB"/>
              <a:t>]</a:t>
            </a:r>
          </a:p>
        </p:txBody>
      </p:sp>
      <p:sp>
        <p:nvSpPr>
          <p:cNvPr id="6" name="Slide Number"/>
          <p:cNvSpPr>
            <a:spLocks noGrp="1"/>
          </p:cNvSpPr>
          <p:nvPr>
            <p:ph type="sldNum" sz="quarter" idx="4"/>
          </p:nvPr>
        </p:nvSpPr>
        <p:spPr>
          <a:xfrm>
            <a:off x="9984296" y="6492240"/>
            <a:ext cx="1764792" cy="137160"/>
          </a:xfrm>
          <a:prstGeom prst="rect">
            <a:avLst/>
          </a:prstGeom>
        </p:spPr>
        <p:txBody>
          <a:bodyPr vert="horz" lIns="0" tIns="0" rIns="0" bIns="0" rtlCol="0" anchor="b" anchorCtr="0">
            <a:noAutofit/>
          </a:bodyPr>
          <a:lstStyle>
            <a:lvl1pPr algn="r">
              <a:defRPr sz="750">
                <a:solidFill>
                  <a:schemeClr val="tx1"/>
                </a:solidFill>
              </a:defRPr>
            </a:lvl1pPr>
          </a:lstStyle>
          <a:p>
            <a:fld id="{7870704B-CE94-48CC-AF30-84932A1262A7}" type="slidenum">
              <a:rPr lang="en-GB" smtClean="0"/>
              <a:pPr/>
              <a:t>‹#›</a:t>
            </a:fld>
            <a:endParaRPr lang="en-GB"/>
          </a:p>
        </p:txBody>
      </p:sp>
    </p:spTree>
    <p:extLst>
      <p:ext uri="{BB962C8B-B14F-4D97-AF65-F5344CB8AC3E}">
        <p14:creationId xmlns:p14="http://schemas.microsoft.com/office/powerpoint/2010/main" val="29977335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hdr="0" dt="0"/>
  <p:txStyles>
    <p:titleStyle>
      <a:lvl1pPr algn="l" defTabSz="914486" rtl="0" eaLnBrk="1" latinLnBrk="0" hangingPunct="1">
        <a:lnSpc>
          <a:spcPct val="85000"/>
        </a:lnSpc>
        <a:spcBef>
          <a:spcPct val="0"/>
        </a:spcBef>
        <a:buNone/>
        <a:defRPr sz="2400" kern="1200">
          <a:solidFill>
            <a:schemeClr val="tx1"/>
          </a:solidFill>
          <a:latin typeface="+mj-lt"/>
          <a:ea typeface="+mj-ea"/>
          <a:cs typeface="+mj-cs"/>
        </a:defRPr>
      </a:lvl1pPr>
    </p:titleStyle>
    <p:bodyStyle>
      <a:lvl1pPr marL="0" indent="0" algn="l" defTabSz="914486" rtl="0" eaLnBrk="1" latinLnBrk="0" hangingPunct="1">
        <a:lnSpc>
          <a:spcPct val="100000"/>
        </a:lnSpc>
        <a:spcBef>
          <a:spcPts val="0"/>
        </a:spcBef>
        <a:spcAft>
          <a:spcPts val="1200"/>
        </a:spcAft>
        <a:buFont typeface="Arial" panose="020B0604020202020204" pitchFamily="34" charset="0"/>
        <a:buNone/>
        <a:defRPr sz="1801" b="1" kern="1200">
          <a:solidFill>
            <a:schemeClr val="accent1"/>
          </a:solidFill>
          <a:latin typeface="+mn-lt"/>
          <a:ea typeface="+mn-ea"/>
          <a:cs typeface="+mn-cs"/>
        </a:defRPr>
      </a:lvl1pPr>
      <a:lvl2pPr marL="0" indent="0" algn="l" defTabSz="914486" rtl="0" eaLnBrk="1" latinLnBrk="0" hangingPunct="1">
        <a:lnSpc>
          <a:spcPct val="100000"/>
        </a:lnSpc>
        <a:spcBef>
          <a:spcPts val="0"/>
        </a:spcBef>
        <a:spcAft>
          <a:spcPts val="600"/>
        </a:spcAft>
        <a:buFont typeface="Arial" panose="020B0604020202020204" pitchFamily="34" charset="0"/>
        <a:buNone/>
        <a:defRPr sz="1600" kern="1200">
          <a:solidFill>
            <a:schemeClr val="tx1"/>
          </a:solidFill>
          <a:latin typeface="+mn-lt"/>
          <a:ea typeface="+mn-ea"/>
          <a:cs typeface="+mn-cs"/>
        </a:defRPr>
      </a:lvl2pPr>
      <a:lvl3pPr marL="180992" indent="-180992" algn="l" defTabSz="914486"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361983" indent="-180992" algn="l" defTabSz="914486"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548690" indent="-180992" algn="l" defTabSz="914486"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5pPr>
      <a:lvl6pPr marL="731587" indent="-182897" algn="l" defTabSz="914486"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6pPr>
      <a:lvl7pPr marL="914486" indent="-182897" algn="l" defTabSz="914486"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7pPr>
      <a:lvl8pPr marL="1097384" indent="-182897" algn="l" defTabSz="914486"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8pPr>
      <a:lvl9pPr marL="1280280" indent="-182897" algn="l" defTabSz="914486"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86" rtl="0" eaLnBrk="1" latinLnBrk="0" hangingPunct="1">
        <a:defRPr sz="1600" kern="1200">
          <a:solidFill>
            <a:schemeClr val="tx1"/>
          </a:solidFill>
          <a:latin typeface="+mn-lt"/>
          <a:ea typeface="+mn-ea"/>
          <a:cs typeface="+mn-cs"/>
        </a:defRPr>
      </a:lvl1pPr>
      <a:lvl2pPr marL="457242" algn="l" defTabSz="914486" rtl="0" eaLnBrk="1" latinLnBrk="0" hangingPunct="1">
        <a:defRPr sz="1600" kern="1200">
          <a:solidFill>
            <a:schemeClr val="tx1"/>
          </a:solidFill>
          <a:latin typeface="+mn-lt"/>
          <a:ea typeface="+mn-ea"/>
          <a:cs typeface="+mn-cs"/>
        </a:defRPr>
      </a:lvl2pPr>
      <a:lvl3pPr marL="914486" algn="l" defTabSz="914486" rtl="0" eaLnBrk="1" latinLnBrk="0" hangingPunct="1">
        <a:defRPr sz="1600" kern="1200">
          <a:solidFill>
            <a:schemeClr val="tx1"/>
          </a:solidFill>
          <a:latin typeface="+mn-lt"/>
          <a:ea typeface="+mn-ea"/>
          <a:cs typeface="+mn-cs"/>
        </a:defRPr>
      </a:lvl3pPr>
      <a:lvl4pPr marL="1371727" algn="l" defTabSz="914486" rtl="0" eaLnBrk="1" latinLnBrk="0" hangingPunct="1">
        <a:defRPr sz="1600" kern="1200">
          <a:solidFill>
            <a:schemeClr val="tx1"/>
          </a:solidFill>
          <a:latin typeface="+mn-lt"/>
          <a:ea typeface="+mn-ea"/>
          <a:cs typeface="+mn-cs"/>
        </a:defRPr>
      </a:lvl4pPr>
      <a:lvl5pPr marL="1828970" algn="l" defTabSz="914486" rtl="0" eaLnBrk="1" latinLnBrk="0" hangingPunct="1">
        <a:defRPr sz="1600" kern="1200">
          <a:solidFill>
            <a:schemeClr val="tx1"/>
          </a:solidFill>
          <a:latin typeface="+mn-lt"/>
          <a:ea typeface="+mn-ea"/>
          <a:cs typeface="+mn-cs"/>
        </a:defRPr>
      </a:lvl5pPr>
      <a:lvl6pPr marL="2286213" algn="l" defTabSz="914486" rtl="0" eaLnBrk="1" latinLnBrk="0" hangingPunct="1">
        <a:defRPr sz="1600" kern="1200">
          <a:solidFill>
            <a:schemeClr val="tx1"/>
          </a:solidFill>
          <a:latin typeface="+mn-lt"/>
          <a:ea typeface="+mn-ea"/>
          <a:cs typeface="+mn-cs"/>
        </a:defRPr>
      </a:lvl6pPr>
      <a:lvl7pPr marL="2743454" algn="l" defTabSz="914486" rtl="0" eaLnBrk="1" latinLnBrk="0" hangingPunct="1">
        <a:defRPr sz="1600" kern="1200">
          <a:solidFill>
            <a:schemeClr val="tx1"/>
          </a:solidFill>
          <a:latin typeface="+mn-lt"/>
          <a:ea typeface="+mn-ea"/>
          <a:cs typeface="+mn-cs"/>
        </a:defRPr>
      </a:lvl7pPr>
      <a:lvl8pPr marL="3200697" algn="l" defTabSz="914486" rtl="0" eaLnBrk="1" latinLnBrk="0" hangingPunct="1">
        <a:defRPr sz="1600" kern="1200">
          <a:solidFill>
            <a:schemeClr val="tx1"/>
          </a:solidFill>
          <a:latin typeface="+mn-lt"/>
          <a:ea typeface="+mn-ea"/>
          <a:cs typeface="+mn-cs"/>
        </a:defRPr>
      </a:lvl8pPr>
      <a:lvl9pPr marL="3657939" algn="l" defTabSz="914486" rtl="0" eaLnBrk="1" latinLnBrk="0" hangingPunct="1">
        <a:defRPr sz="160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3841">
          <p15:clr>
            <a:srgbClr val="F26B43"/>
          </p15:clr>
        </p15:guide>
        <p15:guide id="1" pos="279">
          <p15:clr>
            <a:srgbClr val="F26B43"/>
          </p15:clr>
        </p15:guide>
        <p15:guide id="2" pos="7401">
          <p15:clr>
            <a:srgbClr val="F26B43"/>
          </p15:clr>
        </p15:guide>
        <p15:guide id="3" pos="3953">
          <p15:clr>
            <a:srgbClr val="F26B43"/>
          </p15:clr>
        </p15:guide>
        <p15:guide id="4" pos="3727">
          <p15:clr>
            <a:srgbClr val="F26B43"/>
          </p15:clr>
        </p15:guide>
        <p15:guide id="5" orient="horz" pos="3888">
          <p15:clr>
            <a:srgbClr val="F26B43"/>
          </p15:clr>
        </p15:guide>
        <p15:guide id="6" pos="2726">
          <p15:clr>
            <a:srgbClr val="F26B43"/>
          </p15:clr>
        </p15:guide>
        <p15:guide id="7" pos="2502">
          <p15:clr>
            <a:srgbClr val="F26B43"/>
          </p15:clr>
        </p15:guide>
        <p15:guide id="8" pos="4952">
          <p15:clr>
            <a:srgbClr val="F26B43"/>
          </p15:clr>
        </p15:guide>
        <p15:guide id="9" pos="5177">
          <p15:clr>
            <a:srgbClr val="F26B43"/>
          </p15:clr>
        </p15:guide>
        <p15:guide id="10" orient="horz" pos="2160">
          <p15:clr>
            <a:srgbClr val="F26B43"/>
          </p15:clr>
        </p15:guide>
        <p15:guide id="11" orient="horz" pos="1325">
          <p15:clr>
            <a:srgbClr val="F26B43"/>
          </p15:clr>
        </p15:guide>
        <p15:guide id="12" orient="horz" pos="1146">
          <p15:clr>
            <a:srgbClr val="F26B43"/>
          </p15:clr>
        </p15:guide>
        <p15:guide id="13" orient="horz" pos="27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9.xml"/><Relationship Id="rId1" Type="http://schemas.openxmlformats.org/officeDocument/2006/relationships/tags" Target="../tags/tag5.xml"/><Relationship Id="rId6" Type="http://schemas.openxmlformats.org/officeDocument/2006/relationships/image" Target="../media/image7.emf"/><Relationship Id="rId5" Type="http://schemas.openxmlformats.org/officeDocument/2006/relationships/oleObject" Target="../embeddings/oleObject4.bin"/><Relationship Id="rId4" Type="http://schemas.openxmlformats.org/officeDocument/2006/relationships/image" Target="../media/image6.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9.xml"/><Relationship Id="rId1" Type="http://schemas.openxmlformats.org/officeDocument/2006/relationships/tags" Target="../tags/tag6.xml"/><Relationship Id="rId6" Type="http://schemas.openxmlformats.org/officeDocument/2006/relationships/image" Target="../media/image7.emf"/><Relationship Id="rId5" Type="http://schemas.openxmlformats.org/officeDocument/2006/relationships/oleObject" Target="../embeddings/oleObject4.bin"/><Relationship Id="rId4" Type="http://schemas.openxmlformats.org/officeDocument/2006/relationships/image" Target="../media/image6.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microsoft.com/office/2018/10/relationships/comments" Target="../comments/modernComment_7FFFFD2E_B98644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9DE38-9EEB-56B8-24C6-C71A0C90E5B4}"/>
              </a:ext>
            </a:extLst>
          </p:cNvPr>
          <p:cNvSpPr>
            <a:spLocks noGrp="1"/>
          </p:cNvSpPr>
          <p:nvPr>
            <p:ph type="ctrTitle"/>
          </p:nvPr>
        </p:nvSpPr>
        <p:spPr/>
        <p:txBody>
          <a:bodyPr/>
          <a:lstStyle/>
          <a:p>
            <a:r>
              <a:rPr lang="zh-CN" altLang="en-US" dirty="0"/>
              <a:t>中债估值合作交流</a:t>
            </a:r>
            <a:endParaRPr lang="en-US" dirty="0"/>
          </a:p>
        </p:txBody>
      </p:sp>
      <p:sp>
        <p:nvSpPr>
          <p:cNvPr id="3" name="Subtitle 2">
            <a:extLst>
              <a:ext uri="{FF2B5EF4-FFF2-40B4-BE49-F238E27FC236}">
                <a16:creationId xmlns:a16="http://schemas.microsoft.com/office/drawing/2014/main" id="{7C7C09B8-F87E-4E7A-3FC2-C4F04C0B1306}"/>
              </a:ext>
            </a:extLst>
          </p:cNvPr>
          <p:cNvSpPr>
            <a:spLocks noGrp="1"/>
          </p:cNvSpPr>
          <p:nvPr>
            <p:ph type="subTitle" idx="1"/>
          </p:nvPr>
        </p:nvSpPr>
        <p:spPr/>
        <p:txBody>
          <a:bodyPr/>
          <a:lstStyle/>
          <a:p>
            <a:r>
              <a:rPr lang="en-US" dirty="0"/>
              <a:t>2026/3</a:t>
            </a:r>
          </a:p>
        </p:txBody>
      </p:sp>
    </p:spTree>
    <p:extLst>
      <p:ext uri="{BB962C8B-B14F-4D97-AF65-F5344CB8AC3E}">
        <p14:creationId xmlns:p14="http://schemas.microsoft.com/office/powerpoint/2010/main" val="14851940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12C9A-63A7-54B8-50DA-C476F8529237}"/>
              </a:ext>
            </a:extLst>
          </p:cNvPr>
          <p:cNvSpPr>
            <a:spLocks noGrp="1"/>
          </p:cNvSpPr>
          <p:nvPr>
            <p:ph type="title"/>
          </p:nvPr>
        </p:nvSpPr>
        <p:spPr/>
        <p:txBody>
          <a:bodyPr/>
          <a:lstStyle/>
          <a:p>
            <a:r>
              <a:rPr lang="zh-CN" altLang="en-US" dirty="0"/>
              <a:t>议程</a:t>
            </a:r>
            <a:endParaRPr lang="en-US" dirty="0"/>
          </a:p>
        </p:txBody>
      </p:sp>
      <p:sp>
        <p:nvSpPr>
          <p:cNvPr id="3" name="Content Placeholder 2">
            <a:extLst>
              <a:ext uri="{FF2B5EF4-FFF2-40B4-BE49-F238E27FC236}">
                <a16:creationId xmlns:a16="http://schemas.microsoft.com/office/drawing/2014/main" id="{F1E36072-F6FF-FEBB-84F5-35326C10DE05}"/>
              </a:ext>
            </a:extLst>
          </p:cNvPr>
          <p:cNvSpPr>
            <a:spLocks noGrp="1"/>
          </p:cNvSpPr>
          <p:nvPr>
            <p:ph idx="1"/>
          </p:nvPr>
        </p:nvSpPr>
        <p:spPr/>
        <p:txBody>
          <a:bodyPr/>
          <a:lstStyle/>
          <a:p>
            <a:r>
              <a:rPr lang="zh-CN" altLang="en-US" dirty="0"/>
              <a:t>估值内控鉴证初步方案沟通</a:t>
            </a:r>
            <a:endParaRPr lang="en-US" altLang="zh-CN" dirty="0"/>
          </a:p>
          <a:p>
            <a:endParaRPr lang="en-US" altLang="zh-CN" dirty="0"/>
          </a:p>
          <a:p>
            <a:endParaRPr lang="en-US" altLang="zh-CN" dirty="0"/>
          </a:p>
          <a:p>
            <a:r>
              <a:rPr lang="zh-CN" altLang="en-US" dirty="0"/>
              <a:t>场外衍生品估值系统搭建交流</a:t>
            </a:r>
            <a:endParaRPr lang="en-US" dirty="0"/>
          </a:p>
        </p:txBody>
      </p:sp>
    </p:spTree>
    <p:extLst>
      <p:ext uri="{BB962C8B-B14F-4D97-AF65-F5344CB8AC3E}">
        <p14:creationId xmlns:p14="http://schemas.microsoft.com/office/powerpoint/2010/main" val="9788060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271A2-E701-64D5-DCC1-41D3B4D0A2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E74972-427D-5396-0E92-9BF2C7EC4AAB}"/>
              </a:ext>
            </a:extLst>
          </p:cNvPr>
          <p:cNvSpPr>
            <a:spLocks noGrp="1"/>
          </p:cNvSpPr>
          <p:nvPr>
            <p:ph type="title"/>
          </p:nvPr>
        </p:nvSpPr>
        <p:spPr/>
        <p:txBody>
          <a:bodyPr/>
          <a:lstStyle/>
          <a:p>
            <a:r>
              <a:rPr lang="zh-CN" altLang="en-US" dirty="0"/>
              <a:t>估值内控鉴证</a:t>
            </a:r>
            <a:r>
              <a:rPr lang="en-US" altLang="zh-CN" dirty="0"/>
              <a:t>——</a:t>
            </a:r>
            <a:r>
              <a:rPr lang="zh-CN" altLang="en-US" dirty="0"/>
              <a:t>需求背景</a:t>
            </a:r>
            <a:endParaRPr lang="en-US" dirty="0"/>
          </a:p>
        </p:txBody>
      </p:sp>
      <p:sp>
        <p:nvSpPr>
          <p:cNvPr id="3" name="Content Placeholder 2">
            <a:extLst>
              <a:ext uri="{FF2B5EF4-FFF2-40B4-BE49-F238E27FC236}">
                <a16:creationId xmlns:a16="http://schemas.microsoft.com/office/drawing/2014/main" id="{7CA10555-8208-69CE-AD90-E70C258E9FBF}"/>
              </a:ext>
            </a:extLst>
          </p:cNvPr>
          <p:cNvSpPr>
            <a:spLocks noGrp="1"/>
          </p:cNvSpPr>
          <p:nvPr>
            <p:ph idx="1"/>
          </p:nvPr>
        </p:nvSpPr>
        <p:spPr/>
        <p:txBody>
          <a:bodyPr>
            <a:normAutofit/>
          </a:bodyPr>
          <a:lstStyle/>
          <a:p>
            <a:pPr marL="0" indent="0">
              <a:lnSpc>
                <a:spcPct val="120000"/>
              </a:lnSpc>
              <a:buNone/>
            </a:pPr>
            <a:r>
              <a:rPr lang="zh-CN" altLang="en-US" sz="1600" dirty="0"/>
              <a:t>我们的理解：</a:t>
            </a:r>
            <a:endParaRPr lang="en-US" altLang="zh-CN" sz="1600" dirty="0"/>
          </a:p>
          <a:p>
            <a:pPr marL="0" indent="0">
              <a:lnSpc>
                <a:spcPct val="120000"/>
              </a:lnSpc>
              <a:buNone/>
            </a:pPr>
            <a:r>
              <a:rPr lang="en-US" altLang="zh-CN" sz="1600" dirty="0"/>
              <a:t>1.</a:t>
            </a:r>
            <a:r>
              <a:rPr lang="zh-CN" altLang="en-US" sz="1600" dirty="0"/>
              <a:t> 监管规则和自律指引要求：</a:t>
            </a:r>
            <a:endParaRPr lang="en-US" altLang="zh-CN" sz="1600" dirty="0"/>
          </a:p>
          <a:p>
            <a:pPr lvl="1">
              <a:lnSpc>
                <a:spcPct val="120000"/>
              </a:lnSpc>
            </a:pPr>
            <a:r>
              <a:rPr lang="en-US" altLang="zh-CN" sz="1200" dirty="0"/>
              <a:t>《</a:t>
            </a:r>
            <a:r>
              <a:rPr lang="zh-CN" altLang="en-US" sz="1200" dirty="0"/>
              <a:t>银行间债券市场债券估值业务管理办法</a:t>
            </a:r>
            <a:r>
              <a:rPr lang="en-US" altLang="zh-CN" sz="1200" dirty="0"/>
              <a:t>》</a:t>
            </a:r>
            <a:r>
              <a:rPr lang="zh-CN" altLang="en-US" sz="1200" dirty="0"/>
              <a:t> 中国人民银行公告 （</a:t>
            </a:r>
            <a:r>
              <a:rPr lang="en-US" altLang="zh-CN" sz="1200" dirty="0"/>
              <a:t>〔2023〕</a:t>
            </a:r>
            <a:r>
              <a:rPr lang="zh-CN" altLang="en-US" sz="1200" dirty="0"/>
              <a:t>第</a:t>
            </a:r>
            <a:r>
              <a:rPr lang="en-US" altLang="zh-CN" sz="1200" dirty="0"/>
              <a:t>19</a:t>
            </a:r>
            <a:r>
              <a:rPr lang="zh-CN" altLang="en-US" sz="1200" dirty="0"/>
              <a:t>号）：</a:t>
            </a:r>
            <a:endParaRPr lang="en-US" altLang="zh-CN" sz="1200" dirty="0"/>
          </a:p>
          <a:p>
            <a:pPr lvl="2">
              <a:lnSpc>
                <a:spcPct val="120000"/>
              </a:lnSpc>
            </a:pPr>
            <a:r>
              <a:rPr lang="zh-CN" altLang="en-US" sz="1200" dirty="0"/>
              <a:t>鼓励估值机构聘请独立且具有丰富经验和 能力的审计机构，在充分防范利益冲突的前提下，对估值机构内控机制、估值产品编制流程等的遵循情况进行定期 评估。</a:t>
            </a:r>
            <a:endParaRPr lang="en-US" altLang="zh-CN" sz="1200" dirty="0"/>
          </a:p>
          <a:p>
            <a:pPr lvl="1">
              <a:lnSpc>
                <a:spcPct val="120000"/>
              </a:lnSpc>
            </a:pPr>
            <a:r>
              <a:rPr lang="en-US" altLang="zh-CN" sz="1200" dirty="0"/>
              <a:t>《</a:t>
            </a:r>
            <a:r>
              <a:rPr lang="zh-CN" altLang="en-US" sz="1200" dirty="0"/>
              <a:t>银行间债券市场债券估值业务自律指引（试行）</a:t>
            </a:r>
            <a:r>
              <a:rPr lang="en-US" altLang="zh-CN" sz="1200" dirty="0"/>
              <a:t>》</a:t>
            </a:r>
            <a:r>
              <a:rPr lang="zh-CN" altLang="en-US" sz="1200" dirty="0"/>
              <a:t>中国银行间市场交易商协会发布（</a:t>
            </a:r>
            <a:r>
              <a:rPr lang="en-US" altLang="zh-CN" sz="1200" dirty="0"/>
              <a:t>2025</a:t>
            </a:r>
            <a:r>
              <a:rPr lang="zh-CN" altLang="en-US" sz="1200" dirty="0"/>
              <a:t>）</a:t>
            </a:r>
          </a:p>
          <a:p>
            <a:pPr lvl="2">
              <a:lnSpc>
                <a:spcPct val="120000"/>
              </a:lnSpc>
            </a:pPr>
            <a:r>
              <a:rPr lang="zh-CN" altLang="en-US" sz="1200" dirty="0"/>
              <a:t>鼓励估值机构聘请独立的审计机构对其估值业务开展及本指引的遵循情况进行定期评估。</a:t>
            </a:r>
          </a:p>
          <a:p>
            <a:pPr lvl="1">
              <a:lnSpc>
                <a:spcPct val="120000"/>
              </a:lnSpc>
            </a:pPr>
            <a:r>
              <a:rPr lang="zh-CN" altLang="en-US" sz="1200" b="1" dirty="0">
                <a:solidFill>
                  <a:schemeClr val="accent1"/>
                </a:solidFill>
              </a:rPr>
              <a:t>作为中国银行间市场最为重要的估值业务服务机构，开展内控鉴证正面回应人行和协会要求</a:t>
            </a:r>
            <a:endParaRPr lang="en-US" altLang="zh-CN" sz="1200" b="1" dirty="0">
              <a:solidFill>
                <a:schemeClr val="accent1"/>
              </a:solidFill>
            </a:endParaRPr>
          </a:p>
          <a:p>
            <a:pPr marL="0" indent="0">
              <a:lnSpc>
                <a:spcPct val="120000"/>
              </a:lnSpc>
              <a:buNone/>
            </a:pPr>
            <a:r>
              <a:rPr lang="en-US" altLang="zh-CN" sz="1600" dirty="0"/>
              <a:t>2. </a:t>
            </a:r>
            <a:r>
              <a:rPr lang="zh-CN" altLang="en-US" sz="1600" dirty="0"/>
              <a:t>近年来中诚信等估值机构推出针对二永债、永续债等估值平滑方案，资管行业面临业绩压力，部分管理人在估值事项上选择失当。</a:t>
            </a:r>
            <a:endParaRPr lang="en-US" altLang="zh-CN" sz="1600" dirty="0"/>
          </a:p>
          <a:p>
            <a:pPr lvl="1">
              <a:lnSpc>
                <a:spcPct val="120000"/>
              </a:lnSpc>
            </a:pPr>
            <a:r>
              <a:rPr lang="zh-CN" altLang="en-US" sz="1200" b="1" dirty="0">
                <a:solidFill>
                  <a:schemeClr val="accent1"/>
                </a:solidFill>
              </a:rPr>
              <a:t>开展内控鉴证有助于树立行业标杆</a:t>
            </a:r>
            <a:endParaRPr lang="en-US" altLang="zh-CN" sz="1200" b="1" dirty="0">
              <a:solidFill>
                <a:schemeClr val="accent1"/>
              </a:solidFill>
            </a:endParaRPr>
          </a:p>
        </p:txBody>
      </p:sp>
    </p:spTree>
    <p:extLst>
      <p:ext uri="{BB962C8B-B14F-4D97-AF65-F5344CB8AC3E}">
        <p14:creationId xmlns:p14="http://schemas.microsoft.com/office/powerpoint/2010/main" val="40897517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A25BB-265D-6AB8-1E7F-6A179A83D5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A387C8-0A8B-4604-A9FC-9D1CD8EF2834}"/>
              </a:ext>
            </a:extLst>
          </p:cNvPr>
          <p:cNvSpPr>
            <a:spLocks noGrp="1"/>
          </p:cNvSpPr>
          <p:nvPr>
            <p:ph type="title"/>
          </p:nvPr>
        </p:nvSpPr>
        <p:spPr/>
        <p:txBody>
          <a:bodyPr/>
          <a:lstStyle/>
          <a:p>
            <a:r>
              <a:rPr lang="zh-CN" altLang="en-US" dirty="0"/>
              <a:t>估值内控鉴证</a:t>
            </a:r>
            <a:r>
              <a:rPr lang="en-US" altLang="zh-CN" dirty="0"/>
              <a:t>——</a:t>
            </a:r>
            <a:r>
              <a:rPr lang="zh-CN" altLang="en-US" dirty="0"/>
              <a:t>整体建议</a:t>
            </a:r>
            <a:endParaRPr lang="en-US" dirty="0"/>
          </a:p>
        </p:txBody>
      </p:sp>
      <p:sp>
        <p:nvSpPr>
          <p:cNvPr id="3" name="Content Placeholder 2">
            <a:extLst>
              <a:ext uri="{FF2B5EF4-FFF2-40B4-BE49-F238E27FC236}">
                <a16:creationId xmlns:a16="http://schemas.microsoft.com/office/drawing/2014/main" id="{699E9C51-CD50-E41F-2D3A-E72619D6F2A5}"/>
              </a:ext>
            </a:extLst>
          </p:cNvPr>
          <p:cNvSpPr>
            <a:spLocks noGrp="1"/>
          </p:cNvSpPr>
          <p:nvPr>
            <p:ph idx="1"/>
          </p:nvPr>
        </p:nvSpPr>
        <p:spPr/>
        <p:txBody>
          <a:bodyPr>
            <a:normAutofit lnSpcReduction="10000"/>
          </a:bodyPr>
          <a:lstStyle/>
          <a:p>
            <a:pPr marL="0" indent="0">
              <a:lnSpc>
                <a:spcPct val="120000"/>
              </a:lnSpc>
              <a:buNone/>
            </a:pPr>
            <a:r>
              <a:rPr lang="zh-CN" altLang="en-US" sz="1600" b="1" dirty="0"/>
              <a:t>我们的观点：</a:t>
            </a:r>
            <a:endParaRPr lang="en-US" altLang="zh-CN" sz="1600" b="1" dirty="0"/>
          </a:p>
          <a:p>
            <a:pPr>
              <a:lnSpc>
                <a:spcPct val="120000"/>
              </a:lnSpc>
            </a:pPr>
            <a:r>
              <a:rPr lang="zh-CN" altLang="en-US" sz="1600" dirty="0"/>
              <a:t>开展国内首次估值内控鉴证，中债估值当仁不让。且宜通过首例确立估值内控鉴证的高标准。</a:t>
            </a:r>
            <a:endParaRPr lang="en-US" altLang="zh-CN" sz="1600" dirty="0"/>
          </a:p>
          <a:p>
            <a:pPr marL="0" indent="0">
              <a:lnSpc>
                <a:spcPct val="120000"/>
              </a:lnSpc>
              <a:buNone/>
            </a:pPr>
            <a:r>
              <a:rPr lang="zh-CN" altLang="en-US" sz="1600" b="1" dirty="0"/>
              <a:t>反面示例：国内指数业务</a:t>
            </a:r>
            <a:r>
              <a:rPr lang="en-US" altLang="zh-CN" sz="1600" b="1" dirty="0"/>
              <a:t>IOSCO</a:t>
            </a:r>
            <a:r>
              <a:rPr lang="zh-CN" altLang="en-US" sz="1600" b="1" dirty="0"/>
              <a:t>准则遵循鉴证</a:t>
            </a:r>
            <a:endParaRPr lang="en-US" altLang="zh-CN" sz="1600" b="1" dirty="0"/>
          </a:p>
          <a:p>
            <a:pPr>
              <a:lnSpc>
                <a:spcPct val="120000"/>
              </a:lnSpc>
            </a:pPr>
            <a:r>
              <a:rPr lang="zh-CN" altLang="en-US" sz="1600" dirty="0"/>
              <a:t>如今鉴证服务机构对指数业务了解愈浅：</a:t>
            </a:r>
            <a:endParaRPr lang="en-US" altLang="zh-CN" sz="1600" dirty="0"/>
          </a:p>
          <a:p>
            <a:pPr lvl="1">
              <a:lnSpc>
                <a:spcPct val="120000"/>
              </a:lnSpc>
            </a:pPr>
            <a:r>
              <a:rPr lang="zh-CN" altLang="en-US" sz="1200" dirty="0"/>
              <a:t>不利于指数服务机构的持续优化</a:t>
            </a:r>
            <a:endParaRPr lang="en-US" altLang="zh-CN" sz="1200" dirty="0"/>
          </a:p>
          <a:p>
            <a:pPr lvl="1">
              <a:lnSpc>
                <a:spcPct val="120000"/>
              </a:lnSpc>
            </a:pPr>
            <a:r>
              <a:rPr lang="zh-CN" altLang="en-US" sz="1200" dirty="0"/>
              <a:t>也逐渐降低了鉴证报告的增信作用</a:t>
            </a:r>
            <a:endParaRPr lang="en-US" altLang="zh-CN" sz="1200" dirty="0"/>
          </a:p>
          <a:p>
            <a:pPr>
              <a:lnSpc>
                <a:spcPct val="120000"/>
              </a:lnSpc>
            </a:pPr>
            <a:r>
              <a:rPr lang="zh-CN" altLang="en-US" sz="1600" dirty="0"/>
              <a:t>究其原因</a:t>
            </a:r>
            <a:endParaRPr lang="en-US" altLang="zh-CN" sz="1600" dirty="0"/>
          </a:p>
          <a:p>
            <a:pPr lvl="1">
              <a:lnSpc>
                <a:spcPct val="120000"/>
              </a:lnSpc>
            </a:pPr>
            <a:r>
              <a:rPr lang="en-US" altLang="zh-CN" sz="1200" dirty="0"/>
              <a:t>IOSCO</a:t>
            </a:r>
            <a:r>
              <a:rPr lang="zh-CN" altLang="en-US" sz="1200" dirty="0"/>
              <a:t>内控鉴证测试趋于制度流程层面的穿行测试和工作档案审阅</a:t>
            </a:r>
            <a:endParaRPr lang="en-US" altLang="zh-CN" sz="1200" dirty="0"/>
          </a:p>
          <a:p>
            <a:pPr lvl="1">
              <a:lnSpc>
                <a:spcPct val="120000"/>
              </a:lnSpc>
            </a:pPr>
            <a:r>
              <a:rPr lang="zh-CN" altLang="en-US" sz="1200" dirty="0"/>
              <a:t>对指数设计、编制等专业领域涉足减少</a:t>
            </a:r>
            <a:endParaRPr lang="en-US" altLang="zh-CN" sz="1200" dirty="0"/>
          </a:p>
          <a:p>
            <a:pPr lvl="1">
              <a:lnSpc>
                <a:spcPct val="120000"/>
              </a:lnSpc>
            </a:pPr>
            <a:r>
              <a:rPr lang="zh-CN" altLang="en-US" sz="1200" dirty="0"/>
              <a:t>对鉴证报告报告缺乏评判者</a:t>
            </a:r>
            <a:endParaRPr lang="en-US" altLang="zh-CN" sz="1200" dirty="0"/>
          </a:p>
          <a:p>
            <a:pPr>
              <a:lnSpc>
                <a:spcPct val="120000"/>
              </a:lnSpc>
            </a:pPr>
            <a:r>
              <a:rPr lang="zh-CN" altLang="en-US" sz="1600" dirty="0"/>
              <a:t>因此我们建议：</a:t>
            </a:r>
            <a:endParaRPr lang="en-US" altLang="zh-CN" sz="1600" dirty="0"/>
          </a:p>
          <a:p>
            <a:pPr lvl="1">
              <a:lnSpc>
                <a:spcPct val="120000"/>
              </a:lnSpc>
            </a:pPr>
            <a:r>
              <a:rPr lang="zh-CN" altLang="en-US" sz="1200" dirty="0"/>
              <a:t>估值内控鉴证方案需要涉及估值技术的实质评估，测试计算量和覆盖面需要与中债业务量和影响力相适应</a:t>
            </a:r>
            <a:endParaRPr lang="en-US" altLang="zh-CN" sz="1200" dirty="0"/>
          </a:p>
          <a:p>
            <a:pPr lvl="1">
              <a:lnSpc>
                <a:spcPct val="120000"/>
              </a:lnSpc>
            </a:pPr>
            <a:r>
              <a:rPr lang="zh-CN" altLang="en-US" sz="1200" dirty="0"/>
              <a:t>考虑主动寻求交易商协会参与，形成出具估值内控鉴证报告需要协会首肯的行业惯例</a:t>
            </a:r>
            <a:endParaRPr lang="en-US" altLang="zh-CN" sz="1200" dirty="0"/>
          </a:p>
        </p:txBody>
      </p:sp>
    </p:spTree>
    <p:extLst>
      <p:ext uri="{BB962C8B-B14F-4D97-AF65-F5344CB8AC3E}">
        <p14:creationId xmlns:p14="http://schemas.microsoft.com/office/powerpoint/2010/main" val="28360434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D7F08-E368-6DCC-3958-5C7CF48C7F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4E9CA7-95BC-955F-EE74-B9489B63941F}"/>
              </a:ext>
            </a:extLst>
          </p:cNvPr>
          <p:cNvSpPr>
            <a:spLocks noGrp="1"/>
          </p:cNvSpPr>
          <p:nvPr>
            <p:ph type="title"/>
          </p:nvPr>
        </p:nvSpPr>
        <p:spPr/>
        <p:txBody>
          <a:bodyPr/>
          <a:lstStyle/>
          <a:p>
            <a:r>
              <a:rPr lang="zh-CN" altLang="en-US" dirty="0"/>
              <a:t>估值内控鉴证</a:t>
            </a:r>
            <a:r>
              <a:rPr lang="en-US" altLang="zh-CN" dirty="0"/>
              <a:t>——</a:t>
            </a:r>
            <a:r>
              <a:rPr lang="zh-CN" altLang="en-US" dirty="0"/>
              <a:t>协会参与</a:t>
            </a:r>
            <a:endParaRPr lang="en-US" dirty="0"/>
          </a:p>
        </p:txBody>
      </p:sp>
      <p:sp>
        <p:nvSpPr>
          <p:cNvPr id="3" name="Content Placeholder 2">
            <a:extLst>
              <a:ext uri="{FF2B5EF4-FFF2-40B4-BE49-F238E27FC236}">
                <a16:creationId xmlns:a16="http://schemas.microsoft.com/office/drawing/2014/main" id="{9D93A612-56DC-2FA5-6847-B4BA7155A190}"/>
              </a:ext>
            </a:extLst>
          </p:cNvPr>
          <p:cNvSpPr>
            <a:spLocks noGrp="1"/>
          </p:cNvSpPr>
          <p:nvPr>
            <p:ph idx="1"/>
          </p:nvPr>
        </p:nvSpPr>
        <p:spPr/>
        <p:txBody>
          <a:bodyPr>
            <a:normAutofit fontScale="92500" lnSpcReduction="10000"/>
          </a:bodyPr>
          <a:lstStyle/>
          <a:p>
            <a:pPr marL="0" indent="0">
              <a:lnSpc>
                <a:spcPct val="120000"/>
              </a:lnSpc>
              <a:buNone/>
            </a:pPr>
            <a:r>
              <a:rPr lang="zh-CN" altLang="en-US" sz="1500" b="1" dirty="0"/>
              <a:t>交易商协会可能乐于参与的动因：</a:t>
            </a:r>
            <a:endParaRPr lang="en-US" altLang="zh-CN" sz="1500" b="1" dirty="0"/>
          </a:p>
          <a:p>
            <a:pPr>
              <a:lnSpc>
                <a:spcPct val="120000"/>
              </a:lnSpc>
            </a:pPr>
            <a:r>
              <a:rPr lang="zh-CN" altLang="en-US" sz="1300" dirty="0"/>
              <a:t>高质量的首份鉴证报告是协会制定自律指引的工作成果</a:t>
            </a:r>
          </a:p>
          <a:p>
            <a:pPr>
              <a:lnSpc>
                <a:spcPct val="120000"/>
              </a:lnSpc>
            </a:pPr>
            <a:r>
              <a:rPr lang="zh-CN" altLang="en-US" sz="1300" dirty="0"/>
              <a:t>协会指引明文规定协会有权过问评估结果：</a:t>
            </a:r>
            <a:endParaRPr lang="en-US" altLang="zh-CN" sz="1300" dirty="0"/>
          </a:p>
          <a:p>
            <a:pPr marL="457200" lvl="1" indent="0">
              <a:lnSpc>
                <a:spcPct val="120000"/>
              </a:lnSpc>
              <a:buNone/>
            </a:pPr>
            <a:r>
              <a:rPr lang="en-US" altLang="zh-CN" sz="1200" i="1" dirty="0"/>
              <a:t>	</a:t>
            </a:r>
            <a:r>
              <a:rPr lang="zh-CN" altLang="en-US" sz="1200" i="1" dirty="0"/>
              <a:t>估值机构聘请审计机构的，交易商协会可了解审计机构对估值机构的评估结果，包括但不限于内控机制、估值产品编制流程等。</a:t>
            </a:r>
            <a:r>
              <a:rPr lang="en-US" altLang="zh-CN" sz="1200" i="1" dirty="0"/>
              <a:t> </a:t>
            </a:r>
          </a:p>
          <a:p>
            <a:pPr marL="457200" lvl="1" indent="0">
              <a:lnSpc>
                <a:spcPct val="120000"/>
              </a:lnSpc>
              <a:buNone/>
            </a:pPr>
            <a:r>
              <a:rPr lang="en-US" altLang="zh-CN" sz="1200" i="1" dirty="0"/>
              <a:t>							——《</a:t>
            </a:r>
            <a:r>
              <a:rPr lang="zh-CN" altLang="en-US" sz="1200" i="1" dirty="0"/>
              <a:t>银行间债券市场债券估值业务自律指引（试行）</a:t>
            </a:r>
            <a:r>
              <a:rPr lang="en-US" altLang="zh-CN" sz="1200" i="1" dirty="0"/>
              <a:t>》</a:t>
            </a:r>
          </a:p>
          <a:p>
            <a:pPr marL="457200" lvl="1" indent="0">
              <a:lnSpc>
                <a:spcPct val="120000"/>
              </a:lnSpc>
              <a:buNone/>
            </a:pPr>
            <a:endParaRPr lang="en-US" altLang="zh-CN" sz="1200" i="1" dirty="0"/>
          </a:p>
          <a:p>
            <a:pPr marL="0" indent="0">
              <a:lnSpc>
                <a:spcPct val="120000"/>
              </a:lnSpc>
              <a:buNone/>
            </a:pPr>
            <a:r>
              <a:rPr lang="zh-CN" altLang="en-US" sz="1500" b="1" dirty="0"/>
              <a:t>交易商协会对于估值工作的关注重点：</a:t>
            </a:r>
            <a:endParaRPr lang="en-US" altLang="zh-CN" sz="1500" b="1" dirty="0"/>
          </a:p>
          <a:p>
            <a:pPr>
              <a:lnSpc>
                <a:spcPct val="120000"/>
              </a:lnSpc>
            </a:pPr>
            <a:r>
              <a:rPr lang="zh-CN" altLang="en-US" sz="1300" dirty="0"/>
              <a:t>估值逆周期</a:t>
            </a:r>
            <a:r>
              <a:rPr lang="en-US" altLang="zh-CN" sz="1300" dirty="0"/>
              <a:t>/</a:t>
            </a:r>
            <a:r>
              <a:rPr lang="zh-CN" altLang="en-US" sz="1300" dirty="0"/>
              <a:t>负反馈机制：由于市场以中债的债券估值为风向标，市场估值变动高度同质。</a:t>
            </a:r>
            <a:r>
              <a:rPr lang="zh-CN" altLang="en-US" sz="1300" b="1" dirty="0"/>
              <a:t>人行对于风险时点的踩踏风险尤为担心，协会交易部制定自律规范时反复提出逆周期调整机制。</a:t>
            </a:r>
            <a:endParaRPr lang="en-US" altLang="zh-CN" sz="1300" b="1" dirty="0"/>
          </a:p>
          <a:p>
            <a:pPr>
              <a:lnSpc>
                <a:spcPct val="120000"/>
              </a:lnSpc>
            </a:pPr>
            <a:r>
              <a:rPr lang="zh-CN" altLang="en-US" sz="1300" b="1" dirty="0"/>
              <a:t>斟酌之下，最终在指引中的体现是“应急处理机制”：</a:t>
            </a:r>
            <a:endParaRPr lang="en-US" altLang="zh-CN" sz="1300" b="1" dirty="0"/>
          </a:p>
          <a:p>
            <a:pPr marL="0" indent="0">
              <a:lnSpc>
                <a:spcPct val="120000"/>
              </a:lnSpc>
              <a:buNone/>
            </a:pPr>
            <a:r>
              <a:rPr lang="en-US" altLang="zh-CN" sz="1200" i="1" dirty="0"/>
              <a:t>	</a:t>
            </a:r>
            <a:r>
              <a:rPr lang="zh-CN" altLang="en-US" sz="1200" i="1" dirty="0"/>
              <a:t>估值机构应建立应急处理机制，当市场价格发生剧烈变动时，综合考虑成交规模和成交目的、市场流动性、信用风险变化等因素对公允价值</a:t>
            </a:r>
            <a:r>
              <a:rPr lang="en-US" altLang="zh-CN" sz="1200" i="1" dirty="0"/>
              <a:t>	</a:t>
            </a:r>
            <a:r>
              <a:rPr lang="zh-CN" altLang="en-US" sz="1200" i="1" dirty="0"/>
              <a:t>的影响，审慎确定适当的市场价格时间范围，避免偶发或极端价格的干扰，确保市场价格的合理性和适用性。</a:t>
            </a:r>
            <a:endParaRPr lang="en-US" altLang="zh-CN" sz="1200" i="1" dirty="0"/>
          </a:p>
          <a:p>
            <a:pPr marL="0" indent="0">
              <a:lnSpc>
                <a:spcPct val="120000"/>
              </a:lnSpc>
              <a:buNone/>
            </a:pPr>
            <a:endParaRPr lang="en-US" altLang="zh-CN" sz="1200" i="1" dirty="0"/>
          </a:p>
          <a:p>
            <a:pPr marL="0" indent="0">
              <a:lnSpc>
                <a:spcPct val="130000"/>
              </a:lnSpc>
              <a:buNone/>
            </a:pPr>
            <a:r>
              <a:rPr lang="zh-CN" altLang="en-US" sz="1500" b="1" dirty="0"/>
              <a:t>我们与协会指引制订部门关系良好，也可协助一并沟通</a:t>
            </a:r>
            <a:endParaRPr lang="en-US" altLang="zh-CN" sz="1200" i="1" dirty="0"/>
          </a:p>
        </p:txBody>
      </p:sp>
    </p:spTree>
    <p:extLst>
      <p:ext uri="{BB962C8B-B14F-4D97-AF65-F5344CB8AC3E}">
        <p14:creationId xmlns:p14="http://schemas.microsoft.com/office/powerpoint/2010/main" val="39354243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91826-C12C-0550-5738-8FC5CD176A7F}"/>
              </a:ext>
            </a:extLst>
          </p:cNvPr>
          <p:cNvSpPr>
            <a:spLocks noGrp="1"/>
          </p:cNvSpPr>
          <p:nvPr>
            <p:ph type="title"/>
          </p:nvPr>
        </p:nvSpPr>
        <p:spPr/>
        <p:txBody>
          <a:bodyPr/>
          <a:lstStyle/>
          <a:p>
            <a:r>
              <a:rPr lang="zh-CN" altLang="en-US" dirty="0"/>
              <a:t>估值内控鉴证</a:t>
            </a:r>
            <a:r>
              <a:rPr lang="en-US" altLang="zh-CN" dirty="0"/>
              <a:t>——</a:t>
            </a:r>
            <a:r>
              <a:rPr lang="zh-CN" altLang="en-US" dirty="0"/>
              <a:t>报告形式</a:t>
            </a:r>
            <a:endParaRPr lang="en-US" dirty="0"/>
          </a:p>
        </p:txBody>
      </p:sp>
      <p:sp>
        <p:nvSpPr>
          <p:cNvPr id="3" name="Content Placeholder 2">
            <a:extLst>
              <a:ext uri="{FF2B5EF4-FFF2-40B4-BE49-F238E27FC236}">
                <a16:creationId xmlns:a16="http://schemas.microsoft.com/office/drawing/2014/main" id="{9242025E-AC58-6D04-DB9C-7E72B345B20A}"/>
              </a:ext>
            </a:extLst>
          </p:cNvPr>
          <p:cNvSpPr>
            <a:spLocks noGrp="1"/>
          </p:cNvSpPr>
          <p:nvPr>
            <p:ph idx="1"/>
          </p:nvPr>
        </p:nvSpPr>
        <p:spPr/>
        <p:txBody>
          <a:bodyPr>
            <a:normAutofit/>
          </a:bodyPr>
          <a:lstStyle/>
          <a:p>
            <a:r>
              <a:rPr lang="en-US" sz="2000" dirty="0"/>
              <a:t>ISAE 3402</a:t>
            </a:r>
            <a:r>
              <a:rPr lang="zh-CN" altLang="en-US" sz="2000" dirty="0"/>
              <a:t>报告：国际审计准则内部控制鉴证</a:t>
            </a:r>
            <a:endParaRPr lang="en-US" altLang="zh-CN" sz="2000" dirty="0"/>
          </a:p>
          <a:p>
            <a:r>
              <a:rPr lang="zh-CN" altLang="en-US" sz="2000" dirty="0"/>
              <a:t>报告适用场景：</a:t>
            </a:r>
            <a:endParaRPr lang="en-US" altLang="zh-CN" sz="2000" dirty="0"/>
          </a:p>
          <a:p>
            <a:pPr lvl="1"/>
            <a:r>
              <a:rPr lang="zh-CN" altLang="en-US" sz="2000" dirty="0"/>
              <a:t>当一项服务对于使用该服务的用户的财务报表具有重大影响，服务机构获得内控鉴证有利于降低用户的合规和审计成本</a:t>
            </a:r>
            <a:endParaRPr lang="en-US" altLang="zh-CN" sz="2000" dirty="0"/>
          </a:p>
          <a:p>
            <a:r>
              <a:rPr lang="zh-CN" altLang="en-US" sz="2000" dirty="0"/>
              <a:t>报告的实际效果：</a:t>
            </a:r>
            <a:endParaRPr lang="en-US" altLang="zh-CN" sz="2000" dirty="0"/>
          </a:p>
          <a:p>
            <a:pPr lvl="1"/>
            <a:r>
              <a:rPr lang="zh-CN" altLang="en-US" sz="2000" dirty="0"/>
              <a:t>服务用户的审计师在审计用户财报时，内控测试程序中可以依赖</a:t>
            </a:r>
            <a:r>
              <a:rPr lang="en-US" altLang="zh-CN" sz="2000" dirty="0"/>
              <a:t>ISAE3402</a:t>
            </a:r>
            <a:r>
              <a:rPr lang="zh-CN" altLang="en-US" sz="2000" dirty="0"/>
              <a:t>报告</a:t>
            </a:r>
            <a:endParaRPr lang="en-US" altLang="zh-CN" sz="2000" dirty="0"/>
          </a:p>
          <a:p>
            <a:pPr lvl="1"/>
            <a:r>
              <a:rPr lang="zh-CN" altLang="en-US" sz="2000" dirty="0"/>
              <a:t>从审计程序的角度来说，</a:t>
            </a:r>
            <a:r>
              <a:rPr lang="en-US" altLang="zh-CN" sz="2000" dirty="0"/>
              <a:t>ISAE 3402</a:t>
            </a:r>
            <a:r>
              <a:rPr lang="zh-CN" altLang="en-US" sz="2000" dirty="0"/>
              <a:t>报告比协会备案更说明估值产品作为财务估值参考的可用性</a:t>
            </a:r>
            <a:endParaRPr lang="en-US" altLang="zh-CN" sz="2000" dirty="0"/>
          </a:p>
          <a:p>
            <a:r>
              <a:rPr lang="zh-CN" altLang="en-US" sz="2000" dirty="0"/>
              <a:t>报告形式</a:t>
            </a:r>
            <a:endParaRPr lang="en-US" altLang="zh-CN" sz="2000" dirty="0"/>
          </a:p>
          <a:p>
            <a:pPr lvl="1"/>
            <a:r>
              <a:rPr lang="zh-CN" altLang="en-US" sz="2000" dirty="0"/>
              <a:t>首次评估</a:t>
            </a:r>
            <a:r>
              <a:rPr lang="en-US" altLang="zh-CN" sz="2000" dirty="0"/>
              <a:t>——</a:t>
            </a:r>
            <a:r>
              <a:rPr lang="zh-CN" altLang="en-US" sz="2000" dirty="0"/>
              <a:t>时点测试</a:t>
            </a:r>
            <a:endParaRPr lang="en-US" altLang="zh-CN" sz="2000" dirty="0"/>
          </a:p>
          <a:p>
            <a:pPr lvl="1"/>
            <a:r>
              <a:rPr lang="zh-CN" altLang="en-US" sz="2000" dirty="0"/>
              <a:t>持续评估</a:t>
            </a:r>
            <a:r>
              <a:rPr lang="en-US" altLang="zh-CN" sz="2000" dirty="0"/>
              <a:t>——</a:t>
            </a:r>
            <a:r>
              <a:rPr lang="zh-CN" altLang="en-US" sz="2000" dirty="0"/>
              <a:t>期间测试</a:t>
            </a:r>
            <a:endParaRPr lang="en-US" altLang="zh-CN" sz="2000" dirty="0"/>
          </a:p>
        </p:txBody>
      </p:sp>
    </p:spTree>
    <p:extLst>
      <p:ext uri="{BB962C8B-B14F-4D97-AF65-F5344CB8AC3E}">
        <p14:creationId xmlns:p14="http://schemas.microsoft.com/office/powerpoint/2010/main" val="30558006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1A7D4-1825-E97C-32A1-4B509A167D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BBD57B-7C4E-39AB-4A2D-654BFFE8C35A}"/>
              </a:ext>
            </a:extLst>
          </p:cNvPr>
          <p:cNvSpPr>
            <a:spLocks noGrp="1"/>
          </p:cNvSpPr>
          <p:nvPr>
            <p:ph type="title"/>
          </p:nvPr>
        </p:nvSpPr>
        <p:spPr/>
        <p:txBody>
          <a:bodyPr/>
          <a:lstStyle/>
          <a:p>
            <a:r>
              <a:rPr lang="zh-CN" altLang="en-US" dirty="0"/>
              <a:t>估值内控鉴证</a:t>
            </a:r>
            <a:r>
              <a:rPr lang="en-US" altLang="zh-CN" dirty="0"/>
              <a:t>——</a:t>
            </a:r>
            <a:r>
              <a:rPr lang="zh-CN" altLang="en-US" dirty="0"/>
              <a:t>报告形式</a:t>
            </a:r>
            <a:endParaRPr lang="en-US" dirty="0"/>
          </a:p>
        </p:txBody>
      </p:sp>
      <p:sp>
        <p:nvSpPr>
          <p:cNvPr id="3" name="Content Placeholder 2">
            <a:extLst>
              <a:ext uri="{FF2B5EF4-FFF2-40B4-BE49-F238E27FC236}">
                <a16:creationId xmlns:a16="http://schemas.microsoft.com/office/drawing/2014/main" id="{02C0E78C-55BC-3D34-865F-F3BB03B265D6}"/>
              </a:ext>
            </a:extLst>
          </p:cNvPr>
          <p:cNvSpPr>
            <a:spLocks noGrp="1"/>
          </p:cNvSpPr>
          <p:nvPr>
            <p:ph idx="1"/>
          </p:nvPr>
        </p:nvSpPr>
        <p:spPr/>
        <p:txBody>
          <a:bodyPr>
            <a:normAutofit lnSpcReduction="10000"/>
          </a:bodyPr>
          <a:lstStyle/>
          <a:p>
            <a:r>
              <a:rPr lang="en-US" sz="2000" dirty="0"/>
              <a:t>ISAE 3402</a:t>
            </a:r>
            <a:r>
              <a:rPr lang="zh-CN" altLang="en-US" sz="2000" dirty="0"/>
              <a:t>报告：国际审计准则内部控制鉴证</a:t>
            </a:r>
            <a:endParaRPr lang="en-US" altLang="zh-CN" sz="2000" dirty="0"/>
          </a:p>
          <a:p>
            <a:r>
              <a:rPr lang="zh-CN" altLang="en-US" sz="2000" dirty="0"/>
              <a:t>报告适用场景：</a:t>
            </a:r>
            <a:endParaRPr lang="en-US" altLang="zh-CN" sz="2000" dirty="0"/>
          </a:p>
          <a:p>
            <a:pPr lvl="1"/>
            <a:r>
              <a:rPr lang="zh-CN" altLang="en-US" sz="2000" dirty="0"/>
              <a:t>当一项服务对于使用该服务的用户的财务报表具有重大影响，服务机构获得内控鉴证有利于降低用户的合规和审计成本</a:t>
            </a:r>
            <a:endParaRPr lang="en-US" altLang="zh-CN" sz="2000" dirty="0"/>
          </a:p>
          <a:p>
            <a:r>
              <a:rPr lang="zh-CN" altLang="en-US" sz="2000" dirty="0"/>
              <a:t>报告的实际效果：</a:t>
            </a:r>
            <a:endParaRPr lang="en-US" altLang="zh-CN" sz="2000" dirty="0"/>
          </a:p>
          <a:p>
            <a:pPr lvl="1"/>
            <a:r>
              <a:rPr lang="zh-CN" altLang="en-US" sz="2000" dirty="0"/>
              <a:t>服务用户的审计师在审计用户财报时，内控测试程序中可以依赖</a:t>
            </a:r>
            <a:r>
              <a:rPr lang="en-US" altLang="zh-CN" sz="2000" dirty="0"/>
              <a:t>ISAE3402</a:t>
            </a:r>
            <a:r>
              <a:rPr lang="zh-CN" altLang="en-US" sz="2000" dirty="0"/>
              <a:t>报告</a:t>
            </a:r>
            <a:endParaRPr lang="en-US" altLang="zh-CN" sz="2000" dirty="0"/>
          </a:p>
          <a:p>
            <a:pPr lvl="1"/>
            <a:r>
              <a:rPr lang="zh-CN" altLang="en-US" sz="2000" dirty="0"/>
              <a:t>从审计程序的角度来说，</a:t>
            </a:r>
            <a:r>
              <a:rPr lang="en-US" altLang="zh-CN" sz="2000" dirty="0"/>
              <a:t>ISAE 3402</a:t>
            </a:r>
            <a:r>
              <a:rPr lang="zh-CN" altLang="en-US" sz="2000" dirty="0"/>
              <a:t>报告比协会备案更说明估值产品作为财务估值参考的可用性</a:t>
            </a:r>
            <a:endParaRPr lang="en-US" altLang="zh-CN" sz="2000" dirty="0"/>
          </a:p>
          <a:p>
            <a:r>
              <a:rPr lang="zh-CN" altLang="en-US" sz="2000" dirty="0"/>
              <a:t>报告形式</a:t>
            </a:r>
            <a:endParaRPr lang="en-US" altLang="zh-CN" sz="2000" dirty="0"/>
          </a:p>
          <a:p>
            <a:pPr lvl="1"/>
            <a:r>
              <a:rPr lang="zh-CN" altLang="en-US" sz="2000" dirty="0"/>
              <a:t>首次评估</a:t>
            </a:r>
            <a:r>
              <a:rPr lang="en-US" altLang="zh-CN" sz="2000" dirty="0"/>
              <a:t>——</a:t>
            </a:r>
            <a:r>
              <a:rPr lang="zh-CN" altLang="en-US" sz="2000" dirty="0"/>
              <a:t>时点测试</a:t>
            </a:r>
            <a:endParaRPr lang="en-US" altLang="zh-CN" sz="2000" dirty="0"/>
          </a:p>
          <a:p>
            <a:pPr lvl="2"/>
            <a:r>
              <a:rPr lang="zh-CN" altLang="en-US" sz="1600" dirty="0"/>
              <a:t>指数业务</a:t>
            </a:r>
            <a:r>
              <a:rPr lang="en-US" altLang="zh-CN" sz="1600" dirty="0"/>
              <a:t>IOSCO</a:t>
            </a:r>
            <a:r>
              <a:rPr lang="zh-CN" altLang="en-US" sz="1600" dirty="0"/>
              <a:t>准则鉴证中，通常每年基于</a:t>
            </a:r>
            <a:r>
              <a:rPr lang="en-US" altLang="zh-CN" sz="1600" dirty="0"/>
              <a:t>6</a:t>
            </a:r>
            <a:r>
              <a:rPr lang="zh-CN" altLang="en-US" sz="1600" dirty="0"/>
              <a:t>月</a:t>
            </a:r>
            <a:r>
              <a:rPr lang="en-US" altLang="zh-CN" sz="1600" dirty="0"/>
              <a:t>30</a:t>
            </a:r>
            <a:r>
              <a:rPr lang="zh-CN" altLang="en-US" sz="1600" dirty="0"/>
              <a:t>日完成新曲线的首次评估</a:t>
            </a:r>
            <a:endParaRPr lang="en-US" altLang="zh-CN" sz="1600" dirty="0"/>
          </a:p>
          <a:p>
            <a:pPr lvl="2"/>
            <a:r>
              <a:rPr lang="zh-CN" altLang="en-US" sz="1600" dirty="0"/>
              <a:t>估值内控鉴证下可每年逐步纳入</a:t>
            </a:r>
            <a:endParaRPr lang="en-US" altLang="zh-CN" sz="1600" dirty="0"/>
          </a:p>
          <a:p>
            <a:pPr lvl="1"/>
            <a:r>
              <a:rPr lang="zh-CN" altLang="en-US" sz="2000" dirty="0"/>
              <a:t>持续评估</a:t>
            </a:r>
            <a:r>
              <a:rPr lang="en-US" altLang="zh-CN" sz="2000" dirty="0"/>
              <a:t>——</a:t>
            </a:r>
            <a:r>
              <a:rPr lang="zh-CN" altLang="en-US" sz="2000" dirty="0"/>
              <a:t>期间测试</a:t>
            </a:r>
            <a:endParaRPr lang="en-US" altLang="zh-CN" sz="2000" dirty="0"/>
          </a:p>
        </p:txBody>
      </p:sp>
    </p:spTree>
    <p:extLst>
      <p:ext uri="{BB962C8B-B14F-4D97-AF65-F5344CB8AC3E}">
        <p14:creationId xmlns:p14="http://schemas.microsoft.com/office/powerpoint/2010/main" val="23018454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0C458-833D-3379-96A9-3D2E8272FD6B}"/>
            </a:ext>
          </a:extLst>
        </p:cNvPr>
        <p:cNvGrpSpPr/>
        <p:nvPr/>
      </p:nvGrpSpPr>
      <p:grpSpPr>
        <a:xfrm>
          <a:off x="0" y="0"/>
          <a:ext cx="0" cy="0"/>
          <a:chOff x="0" y="0"/>
          <a:chExt cx="0" cy="0"/>
        </a:xfrm>
      </p:grpSpPr>
      <p:pic>
        <p:nvPicPr>
          <p:cNvPr id="16" name="图片 11" descr="图片包含 背景图案&#10;&#10;描述已自动生成">
            <a:extLst>
              <a:ext uri="{FF2B5EF4-FFF2-40B4-BE49-F238E27FC236}">
                <a16:creationId xmlns:a16="http://schemas.microsoft.com/office/drawing/2014/main" id="{18608229-78EF-3D81-1CC9-24E29AF81B86}"/>
              </a:ext>
            </a:extLst>
          </p:cNvPr>
          <p:cNvPicPr>
            <a:picLocks noChangeAspect="1"/>
          </p:cNvPicPr>
          <p:nvPr/>
        </p:nvPicPr>
        <p:blipFill rotWithShape="1">
          <a:blip r:embed="rId4" cstate="print">
            <a:alphaModFix amt="20000"/>
          </a:blip>
          <a:srcRect l="25524" t="7837" r="15620" b="42558"/>
          <a:stretch>
            <a:fillRect/>
          </a:stretch>
        </p:blipFill>
        <p:spPr>
          <a:xfrm flipH="1" flipV="1">
            <a:off x="0" y="0"/>
            <a:ext cx="12192000" cy="6858000"/>
          </a:xfrm>
          <a:prstGeom prst="rect">
            <a:avLst/>
          </a:prstGeom>
        </p:spPr>
      </p:pic>
      <p:graphicFrame>
        <p:nvGraphicFramePr>
          <p:cNvPr id="23" name="Object 22" hidden="1">
            <a:extLst>
              <a:ext uri="{FF2B5EF4-FFF2-40B4-BE49-F238E27FC236}">
                <a16:creationId xmlns:a16="http://schemas.microsoft.com/office/drawing/2014/main" id="{89DE7AA4-63D4-49A0-8BFC-0CDCD3C3A060}"/>
              </a:ext>
            </a:extLst>
          </p:cNvPr>
          <p:cNvGraphicFramePr>
            <a:graphicFrameLocks/>
          </p:cNvGraphicFramePr>
          <p:nvPr>
            <p:custDataLst>
              <p:tags r:id="rId1"/>
            </p:custDataLst>
          </p:nvPr>
        </p:nvGraphicFramePr>
        <p:xfrm>
          <a:off x="1525589" y="1589"/>
          <a:ext cx="1587" cy="1587"/>
        </p:xfrm>
        <a:graphic>
          <a:graphicData uri="http://schemas.openxmlformats.org/presentationml/2006/ole">
            <mc:AlternateContent xmlns:mc="http://schemas.openxmlformats.org/markup-compatibility/2006">
              <mc:Choice xmlns:v="urn:schemas-microsoft-com:vml" Requires="v">
                <p:oleObj name="think-cell 幻灯片" r:id="rId5" imgW="270" imgH="270" progId="TCLayout.ActiveDocument.1">
                  <p:embed/>
                </p:oleObj>
              </mc:Choice>
              <mc:Fallback>
                <p:oleObj name="think-cell 幻灯片" r:id="rId5" imgW="270" imgH="270" progId="TCLayout.ActiveDocument.1">
                  <p:embed/>
                  <p:pic>
                    <p:nvPicPr>
                      <p:cNvPr id="23" name="Object 22" hidden="1">
                        <a:extLst>
                          <a:ext uri="{FF2B5EF4-FFF2-40B4-BE49-F238E27FC236}">
                            <a16:creationId xmlns:a16="http://schemas.microsoft.com/office/drawing/2014/main" id="{89DE7AA4-63D4-49A0-8BFC-0CDCD3C3A060}"/>
                          </a:ext>
                        </a:extLst>
                      </p:cNvPr>
                      <p:cNvPicPr/>
                      <p:nvPr/>
                    </p:nvPicPr>
                    <p:blipFill>
                      <a:blip r:embed="rId6"/>
                      <a:stretch>
                        <a:fillRect/>
                      </a:stretch>
                    </p:blipFill>
                    <p:spPr>
                      <a:xfrm>
                        <a:off x="1525589" y="1589"/>
                        <a:ext cx="1587" cy="1587"/>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3A02CD16-AAC1-478F-593A-CC487201E388}"/>
              </a:ext>
            </a:extLst>
          </p:cNvPr>
          <p:cNvSpPr>
            <a:spLocks noGrp="1"/>
          </p:cNvSpPr>
          <p:nvPr>
            <p:ph type="title"/>
          </p:nvPr>
        </p:nvSpPr>
        <p:spPr/>
        <p:txBody>
          <a:bodyPr vert="horz" rIns="0">
            <a:normAutofit/>
          </a:bodyPr>
          <a:lstStyle/>
          <a:p>
            <a:r>
              <a:rPr lang="zh-CN" altLang="en-US" dirty="0"/>
              <a:t>估值内控鉴证</a:t>
            </a:r>
            <a:r>
              <a:rPr lang="en-US" altLang="zh-CN" dirty="0"/>
              <a:t>——</a:t>
            </a:r>
            <a:r>
              <a:rPr lang="zh-CN" altLang="en-US" dirty="0"/>
              <a:t>常规工作</a:t>
            </a:r>
            <a:endParaRPr lang="zh-CN" altLang="en-US" sz="2400" b="1" dirty="0">
              <a:ea typeface="华文楷体" panose="02010600040101010101" pitchFamily="2" charset="-122"/>
            </a:endParaRPr>
          </a:p>
        </p:txBody>
      </p:sp>
      <p:grpSp>
        <p:nvGrpSpPr>
          <p:cNvPr id="35" name="组合 34">
            <a:extLst>
              <a:ext uri="{FF2B5EF4-FFF2-40B4-BE49-F238E27FC236}">
                <a16:creationId xmlns:a16="http://schemas.microsoft.com/office/drawing/2014/main" id="{AC1F84C9-6ABB-4BE8-E690-AA284F41E5C6}"/>
              </a:ext>
            </a:extLst>
          </p:cNvPr>
          <p:cNvGrpSpPr/>
          <p:nvPr/>
        </p:nvGrpSpPr>
        <p:grpSpPr>
          <a:xfrm>
            <a:off x="667737" y="1111891"/>
            <a:ext cx="11073477" cy="432379"/>
            <a:chOff x="587375" y="1840430"/>
            <a:chExt cx="2538652" cy="432379"/>
          </a:xfrm>
        </p:grpSpPr>
        <p:sp>
          <p:nvSpPr>
            <p:cNvPr id="36" name="文本框 35">
              <a:extLst>
                <a:ext uri="{FF2B5EF4-FFF2-40B4-BE49-F238E27FC236}">
                  <a16:creationId xmlns:a16="http://schemas.microsoft.com/office/drawing/2014/main" id="{4D8DB411-7821-6EEF-38AE-07223FB9837D}"/>
                </a:ext>
              </a:extLst>
            </p:cNvPr>
            <p:cNvSpPr txBox="1"/>
            <p:nvPr/>
          </p:nvSpPr>
          <p:spPr>
            <a:xfrm>
              <a:off x="587375" y="1840430"/>
              <a:ext cx="2538652" cy="422405"/>
            </a:xfrm>
            <a:prstGeom prst="rect">
              <a:avLst/>
            </a:prstGeom>
            <a:noFill/>
          </p:spPr>
          <p:txBody>
            <a:bodyPr wrap="square" lIns="72000" tIns="72000" rIns="72000" bIns="72000">
              <a:spAutoFit/>
            </a:bodyPr>
            <a:lstStyle/>
            <a:p>
              <a:pPr marL="1270" marR="0" lvl="0" indent="0" algn="ctr" defTabSz="914400" rtl="0" eaLnBrk="1" fontAlgn="ctr" latinLnBrk="0" hangingPunct="1">
                <a:lnSpc>
                  <a:spcPct val="100000"/>
                </a:lnSpc>
                <a:spcBef>
                  <a:spcPts val="0"/>
                </a:spcBef>
                <a:spcAft>
                  <a:spcPts val="300"/>
                </a:spcAft>
                <a:buClrTx/>
                <a:buSzTx/>
                <a:buFontTx/>
                <a:buNone/>
                <a:tabLst/>
                <a:defRPr/>
              </a:pPr>
              <a:r>
                <a:rPr kumimoji="0" lang="zh-CN" altLang="en-US" sz="1800" b="1" i="0" u="none" strike="noStrike" kern="1200" cap="none" spc="0" normalizeH="0" baseline="0" noProof="0" dirty="0">
                  <a:ln>
                    <a:noFill/>
                  </a:ln>
                  <a:solidFill>
                    <a:srgbClr val="CEDBE6">
                      <a:lumMod val="25000"/>
                    </a:srgbClr>
                  </a:solidFill>
                  <a:effectLst/>
                  <a:uLnTx/>
                  <a:uFillTx/>
                  <a:latin typeface="楷体" panose="02010609060101010101" pitchFamily="49" charset="-122"/>
                  <a:ea typeface="楷体" panose="02010609060101010101" pitchFamily="49" charset="-122"/>
                  <a:cs typeface="Times New Roman" panose="02020603050405020304" pitchFamily="18" charset="0"/>
                </a:rPr>
                <a:t>工作安排</a:t>
              </a:r>
            </a:p>
          </p:txBody>
        </p:sp>
        <p:sp>
          <p:nvSpPr>
            <p:cNvPr id="37" name="文本框 36">
              <a:extLst>
                <a:ext uri="{FF2B5EF4-FFF2-40B4-BE49-F238E27FC236}">
                  <a16:creationId xmlns:a16="http://schemas.microsoft.com/office/drawing/2014/main" id="{C66EE025-866C-5B0A-2CEE-918A03072B59}"/>
                </a:ext>
              </a:extLst>
            </p:cNvPr>
            <p:cNvSpPr txBox="1"/>
            <p:nvPr/>
          </p:nvSpPr>
          <p:spPr>
            <a:xfrm>
              <a:off x="587375" y="2227090"/>
              <a:ext cx="2538652" cy="45719"/>
            </a:xfrm>
            <a:prstGeom prst="rect">
              <a:avLst/>
            </a:prstGeom>
            <a:solidFill>
              <a:schemeClr val="accent1">
                <a:lumMod val="20000"/>
                <a:lumOff val="80000"/>
              </a:schemeClr>
            </a:solidFill>
          </p:spPr>
          <p:txBody>
            <a:bodyPr wrap="square" lIns="72000" tIns="72000" rIns="72000" bIns="72000">
              <a:noAutofit/>
            </a:bodyPr>
            <a:lstStyle/>
            <a:p>
              <a:pPr marL="1270" marR="0" lvl="0" indent="0" algn="just" defTabSz="914400" rtl="0" eaLnBrk="1" fontAlgn="ctr" latinLnBrk="0" hangingPunct="1">
                <a:lnSpc>
                  <a:spcPct val="100000"/>
                </a:lnSpc>
                <a:spcBef>
                  <a:spcPts val="0"/>
                </a:spcBef>
                <a:spcAft>
                  <a:spcPts val="300"/>
                </a:spcAft>
                <a:buClrTx/>
                <a:buSzTx/>
                <a:buFontTx/>
                <a:buNone/>
                <a:tabLst/>
                <a:defRPr/>
              </a:pPr>
              <a:endParaRPr kumimoji="0" lang="zh-CN" altLang="en-US" sz="14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p:txBody>
        </p:sp>
        <p:sp>
          <p:nvSpPr>
            <p:cNvPr id="38" name="文本框 37">
              <a:extLst>
                <a:ext uri="{FF2B5EF4-FFF2-40B4-BE49-F238E27FC236}">
                  <a16:creationId xmlns:a16="http://schemas.microsoft.com/office/drawing/2014/main" id="{19034BE7-6E87-EFF0-335C-62519AD0D244}"/>
                </a:ext>
              </a:extLst>
            </p:cNvPr>
            <p:cNvSpPr txBox="1"/>
            <p:nvPr/>
          </p:nvSpPr>
          <p:spPr>
            <a:xfrm>
              <a:off x="1465547" y="2227090"/>
              <a:ext cx="782309" cy="45719"/>
            </a:xfrm>
            <a:prstGeom prst="rect">
              <a:avLst/>
            </a:prstGeom>
            <a:solidFill>
              <a:schemeClr val="accent1"/>
            </a:solidFill>
          </p:spPr>
          <p:txBody>
            <a:bodyPr wrap="square" lIns="72000" tIns="72000" rIns="72000" bIns="72000">
              <a:noAutofit/>
            </a:bodyPr>
            <a:lstStyle/>
            <a:p>
              <a:pPr marL="1270" marR="0" lvl="0" indent="0" algn="just" defTabSz="914400" rtl="0" eaLnBrk="1" fontAlgn="ctr" latinLnBrk="0" hangingPunct="1">
                <a:lnSpc>
                  <a:spcPct val="100000"/>
                </a:lnSpc>
                <a:spcBef>
                  <a:spcPts val="0"/>
                </a:spcBef>
                <a:spcAft>
                  <a:spcPts val="300"/>
                </a:spcAft>
                <a:buClrTx/>
                <a:buSzTx/>
                <a:buFontTx/>
                <a:buNone/>
                <a:tabLst/>
                <a:defRPr/>
              </a:pPr>
              <a:endParaRPr kumimoji="0" lang="zh-CN" altLang="en-US" sz="14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p:txBody>
        </p:sp>
      </p:grpSp>
      <p:sp>
        <p:nvSpPr>
          <p:cNvPr id="6" name="页脚占位符 2">
            <a:extLst>
              <a:ext uri="{FF2B5EF4-FFF2-40B4-BE49-F238E27FC236}">
                <a16:creationId xmlns:a16="http://schemas.microsoft.com/office/drawing/2014/main" id="{25DBE989-D34B-CC73-D588-EEAD77F2F964}"/>
              </a:ext>
            </a:extLst>
          </p:cNvPr>
          <p:cNvSpPr txBox="1">
            <a:spLocks/>
          </p:cNvSpPr>
          <p:nvPr/>
        </p:nvSpPr>
        <p:spPr>
          <a:xfrm>
            <a:off x="587375" y="6478206"/>
            <a:ext cx="4800179" cy="151194"/>
          </a:xfrm>
          <a:prstGeom prst="rect">
            <a:avLst/>
          </a:prstGeom>
        </p:spPr>
        <p:txBody>
          <a:bodyPr lIns="0" tIns="0" rIns="0" bIns="0"/>
          <a:lstStyle>
            <a:defPPr>
              <a:defRPr lang="zh-CN"/>
            </a:defPPr>
            <a:lvl1pPr>
              <a:defRPr sz="900" baseline="0">
                <a:latin typeface="Arial" panose="020B0604020202020204" pitchFamily="34" charset="0"/>
                <a:ea typeface="楷体" panose="02010609060101010101" pitchFamily="49"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a:ln>
                  <a:noFill/>
                </a:ln>
                <a:solidFill>
                  <a:prstClr val="black"/>
                </a:solidFill>
                <a:effectLst/>
                <a:uLnTx/>
                <a:uFillTx/>
                <a:latin typeface="Arial" panose="020B0604020202020204" pitchFamily="34" charset="0"/>
                <a:ea typeface="楷体" panose="02010609060101010101" pitchFamily="49" charset="-122"/>
                <a:cs typeface="+mn-cs"/>
              </a:rPr>
              <a:t>© </a:t>
            </a:r>
            <a:r>
              <a:rPr kumimoji="0" lang="zh-CN" altLang="en-US" sz="900" b="0" i="0" u="none" strike="noStrike" kern="1200" cap="none" spc="0" normalizeH="0" baseline="0" noProof="0">
                <a:ln>
                  <a:noFill/>
                </a:ln>
                <a:solidFill>
                  <a:prstClr val="black"/>
                </a:solidFill>
                <a:effectLst/>
                <a:uLnTx/>
                <a:uFillTx/>
                <a:latin typeface="Arial" panose="020B0604020202020204" pitchFamily="34" charset="0"/>
                <a:ea typeface="楷体" panose="02010609060101010101" pitchFamily="49" charset="-122"/>
                <a:cs typeface="+mn-cs"/>
              </a:rPr>
              <a:t>容诚会计师事务所（特殊普通合伙），</a:t>
            </a:r>
            <a:r>
              <a:rPr kumimoji="0" lang="en-US" altLang="zh-CN" sz="900" b="0" i="0" u="none" strike="noStrike" kern="1200" cap="none" spc="0" normalizeH="0" baseline="0" noProof="0">
                <a:ln>
                  <a:noFill/>
                </a:ln>
                <a:solidFill>
                  <a:prstClr val="black"/>
                </a:solidFill>
                <a:effectLst/>
                <a:uLnTx/>
                <a:uFillTx/>
                <a:latin typeface="Arial" panose="020B0604020202020204" pitchFamily="34" charset="0"/>
                <a:ea typeface="楷体" panose="02010609060101010101" pitchFamily="49" charset="-122"/>
                <a:cs typeface="+mn-cs"/>
              </a:rPr>
              <a:t>2025</a:t>
            </a:r>
            <a:endParaRPr kumimoji="0" lang="zh-CN" altLang="en-US" sz="900" b="0" i="0" u="none" strike="noStrike" kern="1200" cap="none" spc="0" normalizeH="0" baseline="0" noProof="0">
              <a:ln>
                <a:noFill/>
              </a:ln>
              <a:solidFill>
                <a:prstClr val="black"/>
              </a:solidFill>
              <a:effectLst/>
              <a:uLnTx/>
              <a:uFillTx/>
              <a:latin typeface="Arial" panose="020B0604020202020204" pitchFamily="34" charset="0"/>
              <a:ea typeface="楷体" panose="02010609060101010101" pitchFamily="49" charset="-122"/>
              <a:cs typeface="+mn-cs"/>
            </a:endParaRPr>
          </a:p>
        </p:txBody>
      </p:sp>
      <p:sp>
        <p:nvSpPr>
          <p:cNvPr id="4" name="灯片编号占位符 3">
            <a:extLst>
              <a:ext uri="{FF2B5EF4-FFF2-40B4-BE49-F238E27FC236}">
                <a16:creationId xmlns:a16="http://schemas.microsoft.com/office/drawing/2014/main" id="{D9A6FA6A-BAC1-A197-E346-B907DD8B03DF}"/>
              </a:ext>
            </a:extLst>
          </p:cNvPr>
          <p:cNvSpPr txBox="1">
            <a:spLocks/>
          </p:cNvSpPr>
          <p:nvPr/>
        </p:nvSpPr>
        <p:spPr>
          <a:xfrm>
            <a:off x="9984296" y="6492240"/>
            <a:ext cx="1764792" cy="137160"/>
          </a:xfrm>
          <a:prstGeom prst="rect">
            <a:avLst/>
          </a:prstGeom>
        </p:spPr>
        <p:txBody>
          <a:bodyPr vert="horz" lIns="0" tIns="0" rIns="0" bIns="0" rtlCol="0" anchor="b" anchorCtr="0">
            <a:noAutofit/>
          </a:bodyPr>
          <a:lstStyle>
            <a:defPPr>
              <a:defRPr lang="zh-CN"/>
            </a:defPPr>
            <a:lvl1pPr algn="r">
              <a:defRPr sz="750">
                <a:latin typeface="楷体" panose="02010609060101010101" pitchFamily="49" charset="-122"/>
                <a:ea typeface="楷体" panose="02010609060101010101" pitchFamily="49" charset="-122"/>
                <a:sym typeface="楷体" panose="02010609060101010101" pitchFamily="49"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7870704B-CE94-48CC-AF30-84932A1262A7}" type="slidenum">
              <a:rPr kumimoji="0" lang="en-GB" sz="900" b="0" i="0" u="none" strike="noStrike" kern="1200" cap="none" spc="0" normalizeH="0" baseline="0" noProof="0" smtClean="0">
                <a:ln>
                  <a:noFill/>
                </a:ln>
                <a:solidFill>
                  <a:prstClr val="black"/>
                </a:solidFill>
                <a:effectLst/>
                <a:uLnTx/>
                <a:uFillTx/>
                <a:latin typeface="楷体" panose="02010609060101010101" pitchFamily="49" charset="-122"/>
                <a:ea typeface="楷体" panose="02010609060101010101" pitchFamily="49" charset="-122"/>
                <a:cs typeface="+mn-cs"/>
                <a:sym typeface="楷体" panose="02010609060101010101" pitchFamily="49" charset="-122"/>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9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sym typeface="楷体" panose="02010609060101010101" pitchFamily="49" charset="-122"/>
            </a:endParaRPr>
          </a:p>
        </p:txBody>
      </p:sp>
      <p:graphicFrame>
        <p:nvGraphicFramePr>
          <p:cNvPr id="9" name="Table 8">
            <a:extLst>
              <a:ext uri="{FF2B5EF4-FFF2-40B4-BE49-F238E27FC236}">
                <a16:creationId xmlns:a16="http://schemas.microsoft.com/office/drawing/2014/main" id="{E64B8421-7D0E-374D-ABFB-5F6EBE3E8D11}"/>
              </a:ext>
            </a:extLst>
          </p:cNvPr>
          <p:cNvGraphicFramePr>
            <a:graphicFrameLocks noGrp="1"/>
          </p:cNvGraphicFramePr>
          <p:nvPr/>
        </p:nvGraphicFramePr>
        <p:xfrm>
          <a:off x="667736" y="1711867"/>
          <a:ext cx="11073477" cy="4420581"/>
        </p:xfrm>
        <a:graphic>
          <a:graphicData uri="http://schemas.openxmlformats.org/drawingml/2006/table">
            <a:tbl>
              <a:tblPr firstRow="1" bandRow="1">
                <a:tableStyleId>{5C22544A-7EE6-4342-B048-85BDC9FD1C3A}</a:tableStyleId>
              </a:tblPr>
              <a:tblGrid>
                <a:gridCol w="2610155">
                  <a:extLst>
                    <a:ext uri="{9D8B030D-6E8A-4147-A177-3AD203B41FA5}">
                      <a16:colId xmlns:a16="http://schemas.microsoft.com/office/drawing/2014/main" val="1713665252"/>
                    </a:ext>
                  </a:extLst>
                </a:gridCol>
                <a:gridCol w="4378271">
                  <a:extLst>
                    <a:ext uri="{9D8B030D-6E8A-4147-A177-3AD203B41FA5}">
                      <a16:colId xmlns:a16="http://schemas.microsoft.com/office/drawing/2014/main" val="421019194"/>
                    </a:ext>
                  </a:extLst>
                </a:gridCol>
                <a:gridCol w="4085051">
                  <a:extLst>
                    <a:ext uri="{9D8B030D-6E8A-4147-A177-3AD203B41FA5}">
                      <a16:colId xmlns:a16="http://schemas.microsoft.com/office/drawing/2014/main" val="1938151526"/>
                    </a:ext>
                  </a:extLst>
                </a:gridCol>
              </a:tblGrid>
              <a:tr h="378585">
                <a:tc>
                  <a:txBody>
                    <a:bodyPr/>
                    <a:lstStyle/>
                    <a:p>
                      <a:r>
                        <a:rPr lang="zh-CN" altLang="en-US" sz="1400" b="1" dirty="0">
                          <a:latin typeface="+mj-ea"/>
                          <a:ea typeface="+mj-ea"/>
                        </a:rPr>
                        <a:t>工作步骤</a:t>
                      </a:r>
                      <a:endParaRPr lang="en-US" sz="1400" b="1" dirty="0">
                        <a:latin typeface="+mj-ea"/>
                        <a:ea typeface="+mj-ea"/>
                      </a:endParaRPr>
                    </a:p>
                  </a:txBody>
                  <a:tcPr anchor="ctr"/>
                </a:tc>
                <a:tc>
                  <a:txBody>
                    <a:bodyPr/>
                    <a:lstStyle/>
                    <a:p>
                      <a:r>
                        <a:rPr lang="zh-CN" altLang="en-US" sz="1400" b="1" dirty="0">
                          <a:latin typeface="+mj-ea"/>
                          <a:ea typeface="+mj-ea"/>
                        </a:rPr>
                        <a:t>容诚工作</a:t>
                      </a:r>
                      <a:endParaRPr lang="en-US" sz="1400" b="1" dirty="0">
                        <a:latin typeface="+mj-ea"/>
                        <a:ea typeface="+mj-ea"/>
                      </a:endParaRPr>
                    </a:p>
                  </a:txBody>
                  <a:tcPr anchor="ctr"/>
                </a:tc>
                <a:tc>
                  <a:txBody>
                    <a:bodyPr/>
                    <a:lstStyle/>
                    <a:p>
                      <a:r>
                        <a:rPr lang="zh-CN" altLang="en-US" sz="1400" b="1" dirty="0">
                          <a:latin typeface="+mj-ea"/>
                          <a:ea typeface="+mj-ea"/>
                        </a:rPr>
                        <a:t>贵司任务</a:t>
                      </a:r>
                      <a:endParaRPr lang="en-US" sz="1400" b="1" dirty="0">
                        <a:latin typeface="+mj-ea"/>
                        <a:ea typeface="+mj-ea"/>
                      </a:endParaRPr>
                    </a:p>
                  </a:txBody>
                  <a:tcPr anchor="ctr"/>
                </a:tc>
                <a:extLst>
                  <a:ext uri="{0D108BD9-81ED-4DB2-BD59-A6C34878D82A}">
                    <a16:rowId xmlns:a16="http://schemas.microsoft.com/office/drawing/2014/main" val="3373599044"/>
                  </a:ext>
                </a:extLst>
              </a:tr>
              <a:tr h="689196">
                <a:tc>
                  <a:txBody>
                    <a:bodyPr/>
                    <a:lstStyle/>
                    <a:p>
                      <a:pPr marL="0" marR="0" lvl="0" indent="0" algn="l" defTabSz="914486" rtl="0" eaLnBrk="1" fontAlgn="auto" latinLnBrk="0" hangingPunct="1">
                        <a:lnSpc>
                          <a:spcPct val="100000"/>
                        </a:lnSpc>
                        <a:spcBef>
                          <a:spcPts val="0"/>
                        </a:spcBef>
                        <a:spcAft>
                          <a:spcPts val="0"/>
                        </a:spcAft>
                        <a:buClrTx/>
                        <a:buSzTx/>
                        <a:buFontTx/>
                        <a:buNone/>
                        <a:tabLst/>
                        <a:defRPr/>
                      </a:pPr>
                      <a:r>
                        <a:rPr kumimoji="0" lang="zh-CN" altLang="en-US" sz="1400" b="1" u="none" strike="noStrike" kern="0" cap="none" spc="0" normalizeH="0" baseline="0" noProof="0" dirty="0">
                          <a:ln>
                            <a:noFill/>
                          </a:ln>
                          <a:solidFill>
                            <a:srgbClr val="000000"/>
                          </a:solidFill>
                          <a:effectLst/>
                          <a:uLnTx/>
                          <a:uFillTx/>
                          <a:latin typeface="+mj-ea"/>
                          <a:ea typeface="+mj-ea"/>
                          <a:cs typeface="+mn-cs"/>
                        </a:rPr>
                        <a:t>项目准备</a:t>
                      </a:r>
                    </a:p>
                    <a:p>
                      <a:endParaRPr lang="en-US" sz="1400" b="1" dirty="0">
                        <a:latin typeface="+mj-ea"/>
                        <a:ea typeface="+mj-ea"/>
                      </a:endParaRPr>
                    </a:p>
                  </a:txBody>
                  <a:tcPr anchor="ctr"/>
                </a:tc>
                <a:tc>
                  <a:txBody>
                    <a:bodyPr/>
                    <a:lstStyle/>
                    <a:p>
                      <a:pPr marL="285750" indent="-285750">
                        <a:buFont typeface="Arial" panose="020B0604020202020204" pitchFamily="34" charset="0"/>
                        <a:buChar char="•"/>
                      </a:pPr>
                      <a:r>
                        <a:rPr lang="zh-CN" altLang="en-US" sz="1400" b="0" dirty="0">
                          <a:solidFill>
                            <a:schemeClr val="tx1"/>
                          </a:solidFill>
                          <a:latin typeface="+mj-ea"/>
                          <a:ea typeface="+mj-ea"/>
                        </a:rPr>
                        <a:t>准备</a:t>
                      </a:r>
                      <a:r>
                        <a:rPr lang="zh-CN" altLang="en-US" sz="1400" b="0" dirty="0">
                          <a:solidFill>
                            <a:schemeClr val="accent1"/>
                          </a:solidFill>
                          <a:latin typeface="+mj-ea"/>
                          <a:ea typeface="+mj-ea"/>
                        </a:rPr>
                        <a:t>详细计划</a:t>
                      </a:r>
                      <a:r>
                        <a:rPr lang="zh-CN" altLang="en-US" sz="1400" b="0" dirty="0">
                          <a:solidFill>
                            <a:schemeClr val="tx1"/>
                          </a:solidFill>
                          <a:latin typeface="+mj-ea"/>
                          <a:ea typeface="+mj-ea"/>
                        </a:rPr>
                        <a:t>，安排项目启动会</a:t>
                      </a:r>
                      <a:endParaRPr lang="en-US" altLang="zh-CN" sz="1400" b="0" dirty="0">
                        <a:solidFill>
                          <a:schemeClr val="tx1"/>
                        </a:solidFill>
                        <a:latin typeface="+mj-ea"/>
                        <a:ea typeface="+mj-ea"/>
                      </a:endParaRPr>
                    </a:p>
                    <a:p>
                      <a:pPr marL="285750" indent="-285750">
                        <a:buFont typeface="Arial" panose="020B0604020202020204" pitchFamily="34" charset="0"/>
                        <a:buChar char="•"/>
                      </a:pPr>
                      <a:r>
                        <a:rPr lang="zh-CN" altLang="en-US" sz="1400" b="0" dirty="0">
                          <a:solidFill>
                            <a:schemeClr val="tx1"/>
                          </a:solidFill>
                          <a:latin typeface="+mj-ea"/>
                          <a:ea typeface="+mj-ea"/>
                        </a:rPr>
                        <a:t>项目团队与负责人接洽，</a:t>
                      </a:r>
                      <a:r>
                        <a:rPr lang="zh-CN" altLang="en-US" sz="1400" b="0" dirty="0">
                          <a:solidFill>
                            <a:schemeClr val="accent1"/>
                          </a:solidFill>
                          <a:latin typeface="+mj-ea"/>
                          <a:ea typeface="+mj-ea"/>
                        </a:rPr>
                        <a:t>协调沟通机制</a:t>
                      </a:r>
                    </a:p>
                  </a:txBody>
                  <a:tcPr anchor="ctr"/>
                </a:tc>
                <a:tc>
                  <a:txBody>
                    <a:bodyPr/>
                    <a:lstStyle/>
                    <a:p>
                      <a:pPr marL="285750" indent="-285750">
                        <a:buFont typeface="Arial" panose="020B0604020202020204" pitchFamily="34" charset="0"/>
                        <a:buChar char="•"/>
                      </a:pPr>
                      <a:r>
                        <a:rPr lang="zh-CN" altLang="en-US" sz="1400" b="0" dirty="0">
                          <a:solidFill>
                            <a:schemeClr val="accent1"/>
                          </a:solidFill>
                          <a:latin typeface="+mj-ea"/>
                          <a:ea typeface="+mj-ea"/>
                        </a:rPr>
                        <a:t>确定对接人员</a:t>
                      </a:r>
                      <a:endParaRPr lang="en-US" altLang="zh-CN" sz="1400" b="0" dirty="0">
                        <a:solidFill>
                          <a:schemeClr val="accent1"/>
                        </a:solidFill>
                        <a:latin typeface="+mj-ea"/>
                        <a:ea typeface="+mj-ea"/>
                      </a:endParaRPr>
                    </a:p>
                    <a:p>
                      <a:pPr marL="285750" indent="-285750">
                        <a:buFont typeface="Arial" panose="020B0604020202020204" pitchFamily="34" charset="0"/>
                        <a:buChar char="•"/>
                      </a:pPr>
                      <a:r>
                        <a:rPr lang="zh-CN" altLang="en-US" sz="1400" b="0" dirty="0">
                          <a:solidFill>
                            <a:schemeClr val="tx1"/>
                          </a:solidFill>
                          <a:latin typeface="+mj-ea"/>
                          <a:ea typeface="+mj-ea"/>
                        </a:rPr>
                        <a:t>为后续业务开展做好</a:t>
                      </a:r>
                      <a:r>
                        <a:rPr lang="zh-CN" altLang="en-US" sz="1400" b="0" dirty="0">
                          <a:solidFill>
                            <a:schemeClr val="accent1"/>
                          </a:solidFill>
                          <a:latin typeface="+mj-ea"/>
                          <a:ea typeface="+mj-ea"/>
                        </a:rPr>
                        <a:t>内部宣导</a:t>
                      </a:r>
                    </a:p>
                  </a:txBody>
                  <a:tcPr anchor="ctr"/>
                </a:tc>
                <a:extLst>
                  <a:ext uri="{0D108BD9-81ED-4DB2-BD59-A6C34878D82A}">
                    <a16:rowId xmlns:a16="http://schemas.microsoft.com/office/drawing/2014/main" val="1301884296"/>
                  </a:ext>
                </a:extLst>
              </a:tr>
              <a:tr h="689196">
                <a:tc>
                  <a:txBody>
                    <a:bodyPr/>
                    <a:lstStyle/>
                    <a:p>
                      <a:r>
                        <a:rPr lang="zh-CN" altLang="en-US" sz="1400" b="1" dirty="0">
                          <a:latin typeface="+mj-ea"/>
                          <a:ea typeface="+mj-ea"/>
                        </a:rPr>
                        <a:t>现状了解</a:t>
                      </a:r>
                      <a:endParaRPr lang="en-US" sz="1400" b="1" dirty="0">
                        <a:latin typeface="+mj-ea"/>
                        <a:ea typeface="+mj-ea"/>
                      </a:endParaRPr>
                    </a:p>
                  </a:txBody>
                  <a:tcPr anchor="ctr"/>
                </a:tc>
                <a:tc>
                  <a:txBody>
                    <a:bodyPr/>
                    <a:lstStyle/>
                    <a:p>
                      <a:pPr marL="285750" indent="-285750">
                        <a:buFont typeface="Arial" panose="020B0604020202020204" pitchFamily="34" charset="0"/>
                        <a:buChar char="•"/>
                      </a:pPr>
                      <a:r>
                        <a:rPr lang="zh-CN" altLang="en-US" sz="1400" b="0" dirty="0">
                          <a:solidFill>
                            <a:schemeClr val="tx1"/>
                          </a:solidFill>
                          <a:latin typeface="+mj-ea"/>
                          <a:ea typeface="+mj-ea"/>
                        </a:rPr>
                        <a:t>获悉</a:t>
                      </a:r>
                      <a:r>
                        <a:rPr lang="zh-CN" altLang="en-US" sz="1400" b="0" dirty="0">
                          <a:solidFill>
                            <a:schemeClr val="accent1"/>
                          </a:solidFill>
                          <a:latin typeface="+mj-ea"/>
                          <a:ea typeface="+mj-ea"/>
                        </a:rPr>
                        <a:t>前任鉴证服务商的差异分析与整改规划</a:t>
                      </a:r>
                      <a:endParaRPr lang="en-US" altLang="zh-CN" sz="1400" b="0" dirty="0">
                        <a:solidFill>
                          <a:schemeClr val="accent1"/>
                        </a:solidFill>
                        <a:latin typeface="+mj-ea"/>
                        <a:ea typeface="+mj-ea"/>
                      </a:endParaRPr>
                    </a:p>
                    <a:p>
                      <a:pPr marL="285750" indent="-285750">
                        <a:buFont typeface="Arial" panose="020B0604020202020204" pitchFamily="34" charset="0"/>
                        <a:buChar char="•"/>
                      </a:pPr>
                      <a:r>
                        <a:rPr lang="zh-CN" altLang="en-US" sz="1400" b="0" dirty="0">
                          <a:solidFill>
                            <a:schemeClr val="tx1"/>
                          </a:solidFill>
                          <a:latin typeface="+mj-ea"/>
                          <a:ea typeface="+mj-ea"/>
                        </a:rPr>
                        <a:t>了解整改进程与</a:t>
                      </a:r>
                      <a:r>
                        <a:rPr lang="zh-CN" altLang="en-US" sz="1400" b="0" dirty="0">
                          <a:solidFill>
                            <a:schemeClr val="accent1"/>
                          </a:solidFill>
                          <a:latin typeface="+mj-ea"/>
                          <a:ea typeface="+mj-ea"/>
                        </a:rPr>
                        <a:t>现状</a:t>
                      </a:r>
                      <a:endParaRPr lang="en-US" altLang="zh-CN" sz="1400" b="0" dirty="0">
                        <a:solidFill>
                          <a:schemeClr val="accent1"/>
                        </a:solidFill>
                        <a:latin typeface="+mj-ea"/>
                        <a:ea typeface="+mj-ea"/>
                      </a:endParaRPr>
                    </a:p>
                    <a:p>
                      <a:pPr marL="285750" indent="-285750">
                        <a:buFont typeface="Arial" panose="020B0604020202020204" pitchFamily="34" charset="0"/>
                        <a:buChar char="•"/>
                      </a:pPr>
                      <a:r>
                        <a:rPr lang="zh-CN" altLang="en-US" sz="1400" b="0" dirty="0">
                          <a:solidFill>
                            <a:schemeClr val="accent1"/>
                          </a:solidFill>
                          <a:latin typeface="+mj-ea"/>
                          <a:ea typeface="+mj-ea"/>
                        </a:rPr>
                        <a:t>听取贵司的规划修改意见</a:t>
                      </a:r>
                      <a:endParaRPr lang="en-US" sz="1400" b="0" dirty="0">
                        <a:solidFill>
                          <a:schemeClr val="accent1"/>
                        </a:solidFill>
                        <a:latin typeface="+mj-ea"/>
                        <a:ea typeface="+mj-ea"/>
                      </a:endParaRPr>
                    </a:p>
                  </a:txBody>
                  <a:tcPr anchor="ctr"/>
                </a:tc>
                <a:tc>
                  <a:txBody>
                    <a:bodyPr/>
                    <a:lstStyle/>
                    <a:p>
                      <a:pPr marL="285750" indent="-285750">
                        <a:buFont typeface="Arial" panose="020B0604020202020204" pitchFamily="34" charset="0"/>
                        <a:buChar char="•"/>
                      </a:pPr>
                      <a:r>
                        <a:rPr lang="zh-CN" altLang="en-US" sz="1400" b="0" dirty="0">
                          <a:solidFill>
                            <a:schemeClr val="tx1"/>
                          </a:solidFill>
                          <a:latin typeface="+mj-ea"/>
                          <a:ea typeface="+mj-ea"/>
                        </a:rPr>
                        <a:t>提供历史差异分析记录和现有整改规划</a:t>
                      </a:r>
                      <a:endParaRPr lang="en-US" altLang="zh-CN" sz="1400" b="0" dirty="0">
                        <a:solidFill>
                          <a:schemeClr val="tx1"/>
                        </a:solidFill>
                        <a:latin typeface="+mj-ea"/>
                        <a:ea typeface="+mj-ea"/>
                      </a:endParaRPr>
                    </a:p>
                    <a:p>
                      <a:pPr marL="285750" indent="-285750">
                        <a:buFont typeface="Arial" panose="020B0604020202020204" pitchFamily="34" charset="0"/>
                        <a:buChar char="•"/>
                      </a:pPr>
                      <a:r>
                        <a:rPr lang="zh-CN" altLang="en-US" sz="1400" b="0" dirty="0">
                          <a:solidFill>
                            <a:schemeClr val="tx1"/>
                          </a:solidFill>
                          <a:latin typeface="+mj-ea"/>
                          <a:ea typeface="+mj-ea"/>
                        </a:rPr>
                        <a:t>介绍整改进展和</a:t>
                      </a:r>
                      <a:r>
                        <a:rPr lang="zh-CN" altLang="en-US" sz="1400" b="0" dirty="0">
                          <a:solidFill>
                            <a:schemeClr val="accent1"/>
                          </a:solidFill>
                          <a:latin typeface="+mj-ea"/>
                          <a:ea typeface="+mj-ea"/>
                        </a:rPr>
                        <a:t>规划修改意见</a:t>
                      </a:r>
                      <a:endParaRPr lang="en-US" sz="1400" b="0" dirty="0">
                        <a:solidFill>
                          <a:schemeClr val="accent1"/>
                        </a:solidFill>
                        <a:latin typeface="+mj-ea"/>
                        <a:ea typeface="+mj-ea"/>
                      </a:endParaRPr>
                    </a:p>
                  </a:txBody>
                  <a:tcPr anchor="ctr"/>
                </a:tc>
                <a:extLst>
                  <a:ext uri="{0D108BD9-81ED-4DB2-BD59-A6C34878D82A}">
                    <a16:rowId xmlns:a16="http://schemas.microsoft.com/office/drawing/2014/main" val="2500733513"/>
                  </a:ext>
                </a:extLst>
              </a:tr>
              <a:tr h="842381">
                <a:tc>
                  <a:txBody>
                    <a:bodyPr/>
                    <a:lstStyle/>
                    <a:p>
                      <a:r>
                        <a:rPr lang="zh-CN" altLang="en-US" sz="1400" b="1" dirty="0">
                          <a:latin typeface="+mj-ea"/>
                          <a:ea typeface="+mj-ea"/>
                        </a:rPr>
                        <a:t>差异分析</a:t>
                      </a:r>
                      <a:endParaRPr lang="en-US" sz="1400" b="1" dirty="0">
                        <a:latin typeface="+mj-ea"/>
                        <a:ea typeface="+mj-ea"/>
                      </a:endParaRPr>
                    </a:p>
                  </a:txBody>
                  <a:tcPr anchor="ctr"/>
                </a:tc>
                <a:tc>
                  <a:txBody>
                    <a:bodyPr/>
                    <a:lstStyle/>
                    <a:p>
                      <a:pPr marL="285750" marR="0" lvl="0" indent="-285750" algn="l" defTabSz="91448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1400" b="0" kern="1200" noProof="0" dirty="0">
                          <a:solidFill>
                            <a:schemeClr val="tx1"/>
                          </a:solidFill>
                          <a:latin typeface="+mj-ea"/>
                          <a:ea typeface="+mj-ea"/>
                          <a:cs typeface="+mn-cs"/>
                        </a:rPr>
                        <a:t>提供访谈提纲，开展</a:t>
                      </a:r>
                      <a:r>
                        <a:rPr lang="zh-CN" altLang="en-US" sz="1400" b="0" kern="1200" noProof="0" dirty="0">
                          <a:solidFill>
                            <a:schemeClr val="accent1"/>
                          </a:solidFill>
                          <a:latin typeface="+mj-ea"/>
                          <a:ea typeface="+mj-ea"/>
                          <a:cs typeface="+mn-cs"/>
                        </a:rPr>
                        <a:t>访谈</a:t>
                      </a:r>
                      <a:endParaRPr lang="en-US" altLang="zh-CN" sz="1400" b="0" kern="1200" noProof="0" dirty="0">
                        <a:solidFill>
                          <a:schemeClr val="accent1"/>
                        </a:solidFill>
                        <a:latin typeface="+mj-ea"/>
                        <a:ea typeface="+mj-ea"/>
                        <a:cs typeface="+mn-cs"/>
                      </a:endParaRPr>
                    </a:p>
                    <a:p>
                      <a:pPr marL="285750" marR="0" lvl="0" indent="-285750" algn="l" defTabSz="91448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1400" b="0" kern="1200" noProof="0" dirty="0">
                          <a:solidFill>
                            <a:schemeClr val="accent1"/>
                          </a:solidFill>
                          <a:latin typeface="+mj-ea"/>
                          <a:ea typeface="+mj-ea"/>
                          <a:cs typeface="+mn-cs"/>
                        </a:rPr>
                        <a:t>阅读制度文件、收集样本资料</a:t>
                      </a:r>
                      <a:r>
                        <a:rPr lang="zh-CN" altLang="en-US" sz="1400" b="0" kern="1200" noProof="0" dirty="0">
                          <a:solidFill>
                            <a:schemeClr val="tx1"/>
                          </a:solidFill>
                          <a:latin typeface="+mj-ea"/>
                          <a:ea typeface="+mj-ea"/>
                          <a:cs typeface="+mn-cs"/>
                        </a:rPr>
                        <a:t>开展诊断测试</a:t>
                      </a:r>
                      <a:endParaRPr lang="en-US" altLang="zh-CN" sz="1400" b="0" kern="1200" noProof="0" dirty="0">
                        <a:solidFill>
                          <a:schemeClr val="tx1"/>
                        </a:solidFill>
                        <a:latin typeface="+mj-ea"/>
                        <a:ea typeface="+mj-ea"/>
                        <a:cs typeface="+mn-cs"/>
                      </a:endParaRPr>
                    </a:p>
                    <a:p>
                      <a:pPr marL="285750" marR="0" lvl="0" indent="-285750" algn="l" defTabSz="91448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1400" b="0" kern="1200" noProof="0" dirty="0">
                          <a:solidFill>
                            <a:schemeClr val="tx1"/>
                          </a:solidFill>
                          <a:latin typeface="+mj-ea"/>
                          <a:ea typeface="+mj-ea"/>
                          <a:cs typeface="+mn-cs"/>
                        </a:rPr>
                        <a:t>汇总问题发现、提出整改建议</a:t>
                      </a:r>
                      <a:endParaRPr lang="en-GB" sz="1400" b="0" kern="1200" noProof="0" dirty="0">
                        <a:solidFill>
                          <a:schemeClr val="tx1"/>
                        </a:solidFill>
                        <a:latin typeface="+mj-ea"/>
                        <a:ea typeface="+mj-ea"/>
                        <a:cs typeface="+mn-cs"/>
                      </a:endParaRP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0" i="0" u="none" strike="noStrike" kern="0" cap="none" spc="0" normalizeH="0" baseline="0" noProof="0" dirty="0">
                          <a:ln>
                            <a:noFill/>
                          </a:ln>
                          <a:solidFill>
                            <a:schemeClr val="tx1"/>
                          </a:solidFill>
                          <a:effectLst/>
                          <a:uLnTx/>
                          <a:uFillTx/>
                          <a:latin typeface="+mj-ea"/>
                          <a:ea typeface="+mj-ea"/>
                          <a:cs typeface="+mn-cs"/>
                        </a:rPr>
                        <a:t>确定访谈对象（如</a:t>
                      </a:r>
                      <a:r>
                        <a:rPr kumimoji="0" lang="en-US" altLang="zh-CN" sz="1400" b="0" i="0" u="none" strike="noStrike" kern="0" cap="none" spc="0" normalizeH="0" baseline="0" noProof="0" dirty="0">
                          <a:ln>
                            <a:noFill/>
                          </a:ln>
                          <a:solidFill>
                            <a:schemeClr val="tx1"/>
                          </a:solidFill>
                          <a:effectLst/>
                          <a:uLnTx/>
                          <a:uFillTx/>
                          <a:latin typeface="+mj-ea"/>
                          <a:ea typeface="+mj-ea"/>
                          <a:cs typeface="+mn-cs"/>
                        </a:rPr>
                        <a:t>IOSCO</a:t>
                      </a:r>
                      <a:r>
                        <a:rPr kumimoji="0" lang="zh-CN" altLang="en-US" sz="1400" b="0" i="0" u="none" strike="noStrike" kern="0" cap="none" spc="0" normalizeH="0" baseline="0" noProof="0" dirty="0">
                          <a:ln>
                            <a:noFill/>
                          </a:ln>
                          <a:solidFill>
                            <a:schemeClr val="tx1"/>
                          </a:solidFill>
                          <a:effectLst/>
                          <a:uLnTx/>
                          <a:uFillTx/>
                          <a:latin typeface="+mj-ea"/>
                          <a:ea typeface="+mj-ea"/>
                          <a:cs typeface="+mn-cs"/>
                        </a:rPr>
                        <a:t>相关业务负责人及指数事业部负责人）</a:t>
                      </a:r>
                      <a:endParaRPr kumimoji="0" lang="en-US" altLang="zh-CN" sz="1400" b="0" i="0" u="none" strike="noStrike" kern="0" cap="none" spc="0" normalizeH="0" baseline="0" noProof="0" dirty="0">
                        <a:ln>
                          <a:noFill/>
                        </a:ln>
                        <a:solidFill>
                          <a:schemeClr val="tx1"/>
                        </a:solidFill>
                        <a:effectLst/>
                        <a:uLnTx/>
                        <a:uFillTx/>
                        <a:latin typeface="+mj-ea"/>
                        <a:ea typeface="+mj-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0" i="0" u="none" strike="noStrike" kern="0" cap="none" spc="0" normalizeH="0" baseline="0" noProof="0" dirty="0">
                          <a:ln>
                            <a:noFill/>
                          </a:ln>
                          <a:solidFill>
                            <a:schemeClr val="tx1"/>
                          </a:solidFill>
                          <a:effectLst/>
                          <a:uLnTx/>
                          <a:uFillTx/>
                          <a:latin typeface="+mj-ea"/>
                          <a:ea typeface="+mj-ea"/>
                          <a:cs typeface="+mn-cs"/>
                        </a:rPr>
                        <a:t>安排集中访谈时间</a:t>
                      </a:r>
                      <a:endParaRPr kumimoji="0" lang="en-US" altLang="zh-CN" sz="1400" b="0" i="0" u="none" strike="noStrike" kern="0" cap="none" spc="0" normalizeH="0" baseline="0" noProof="0" dirty="0">
                        <a:ln>
                          <a:noFill/>
                        </a:ln>
                        <a:solidFill>
                          <a:schemeClr val="tx1"/>
                        </a:solidFill>
                        <a:effectLst/>
                        <a:uLnTx/>
                        <a:uFillTx/>
                        <a:latin typeface="+mj-ea"/>
                        <a:ea typeface="+mj-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0" i="0" u="none" strike="noStrike" kern="0" cap="none" spc="0" normalizeH="0" baseline="0" noProof="0" dirty="0">
                          <a:ln>
                            <a:noFill/>
                          </a:ln>
                          <a:solidFill>
                            <a:schemeClr val="tx1"/>
                          </a:solidFill>
                          <a:effectLst/>
                          <a:uLnTx/>
                          <a:uFillTx/>
                          <a:latin typeface="+mj-ea"/>
                          <a:ea typeface="+mj-ea"/>
                          <a:cs typeface="+mn-cs"/>
                        </a:rPr>
                        <a:t>及时反馈整改规划，确认整改事项与时间</a:t>
                      </a:r>
                      <a:endParaRPr kumimoji="0" lang="en-GB" sz="1400" b="0" i="0" u="none" strike="noStrike" kern="0" cap="none" spc="0" normalizeH="0" baseline="0" noProof="0" dirty="0">
                        <a:ln>
                          <a:noFill/>
                        </a:ln>
                        <a:solidFill>
                          <a:schemeClr val="tx1"/>
                        </a:solidFill>
                        <a:effectLst/>
                        <a:uLnTx/>
                        <a:uFillTx/>
                        <a:latin typeface="+mj-ea"/>
                        <a:ea typeface="+mj-ea"/>
                        <a:cs typeface="+mn-cs"/>
                      </a:endParaRPr>
                    </a:p>
                  </a:txBody>
                  <a:tcPr anchor="ctr"/>
                </a:tc>
                <a:extLst>
                  <a:ext uri="{0D108BD9-81ED-4DB2-BD59-A6C34878D82A}">
                    <a16:rowId xmlns:a16="http://schemas.microsoft.com/office/drawing/2014/main" val="3912684621"/>
                  </a:ext>
                </a:extLst>
              </a:tr>
              <a:tr h="689196">
                <a:tc>
                  <a:txBody>
                    <a:bodyPr/>
                    <a:lstStyle/>
                    <a:p>
                      <a:r>
                        <a:rPr lang="zh-CN" altLang="en-US" sz="1400" b="1" dirty="0">
                          <a:latin typeface="+mj-ea"/>
                          <a:ea typeface="+mj-ea"/>
                        </a:rPr>
                        <a:t>完善优化</a:t>
                      </a:r>
                      <a:endParaRPr lang="en-US" sz="1400" b="1" dirty="0">
                        <a:latin typeface="+mj-ea"/>
                        <a:ea typeface="+mj-ea"/>
                      </a:endParaRP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0" u="none" strike="noStrike" kern="0" cap="none" spc="0" normalizeH="0" baseline="0" noProof="0" dirty="0">
                          <a:ln>
                            <a:noFill/>
                          </a:ln>
                          <a:solidFill>
                            <a:schemeClr val="tx1"/>
                          </a:solidFill>
                          <a:effectLst/>
                          <a:uLnTx/>
                          <a:uFillTx/>
                          <a:latin typeface="+mj-ea"/>
                          <a:ea typeface="+mj-ea"/>
                        </a:rPr>
                        <a:t>提供</a:t>
                      </a:r>
                      <a:r>
                        <a:rPr kumimoji="0" lang="zh-CN" altLang="en-US" sz="1400" b="0" u="none" strike="noStrike" kern="0" cap="none" spc="0" normalizeH="0" baseline="0" noProof="0" dirty="0">
                          <a:ln>
                            <a:noFill/>
                          </a:ln>
                          <a:solidFill>
                            <a:schemeClr val="accent1"/>
                          </a:solidFill>
                          <a:effectLst/>
                          <a:uLnTx/>
                          <a:uFillTx/>
                          <a:latin typeface="+mj-ea"/>
                          <a:ea typeface="+mj-ea"/>
                        </a:rPr>
                        <a:t>整改辅导</a:t>
                      </a:r>
                      <a:r>
                        <a:rPr kumimoji="0" lang="zh-CN" altLang="en-US" sz="1400" b="0" u="none" strike="noStrike" kern="0" cap="none" spc="0" normalizeH="0" baseline="0" noProof="0" dirty="0">
                          <a:ln>
                            <a:noFill/>
                          </a:ln>
                          <a:solidFill>
                            <a:schemeClr val="tx1"/>
                          </a:solidFill>
                          <a:effectLst/>
                          <a:uLnTx/>
                          <a:uFillTx/>
                          <a:latin typeface="+mj-ea"/>
                          <a:ea typeface="+mj-ea"/>
                        </a:rPr>
                        <a:t>，积极</a:t>
                      </a:r>
                      <a:r>
                        <a:rPr kumimoji="0" lang="zh-CN" altLang="en-US" sz="1400" b="0" u="none" strike="noStrike" kern="0" cap="none" spc="0" normalizeH="0" baseline="0" noProof="0" dirty="0">
                          <a:ln>
                            <a:noFill/>
                          </a:ln>
                          <a:solidFill>
                            <a:schemeClr val="accent1"/>
                          </a:solidFill>
                          <a:effectLst/>
                          <a:uLnTx/>
                          <a:uFillTx/>
                          <a:latin typeface="+mj-ea"/>
                          <a:ea typeface="+mj-ea"/>
                        </a:rPr>
                        <a:t>推进整改进度</a:t>
                      </a:r>
                      <a:endParaRPr kumimoji="0" lang="en-US" altLang="zh-CN" sz="1400" b="0" u="none" strike="noStrike" kern="0" cap="none" spc="0" normalizeH="0" baseline="0" noProof="0" dirty="0">
                        <a:ln>
                          <a:noFill/>
                        </a:ln>
                        <a:solidFill>
                          <a:schemeClr val="accent1"/>
                        </a:solidFill>
                        <a:effectLst/>
                        <a:uLnTx/>
                        <a:uFillTx/>
                        <a:latin typeface="+mj-ea"/>
                        <a:ea typeface="+mj-ea"/>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0" u="none" strike="noStrike" kern="0" cap="none" spc="0" normalizeH="0" baseline="0" noProof="0" dirty="0">
                          <a:ln>
                            <a:noFill/>
                          </a:ln>
                          <a:solidFill>
                            <a:schemeClr val="tx1"/>
                          </a:solidFill>
                          <a:effectLst/>
                          <a:uLnTx/>
                          <a:uFillTx/>
                          <a:latin typeface="+mj-ea"/>
                          <a:ea typeface="+mj-ea"/>
                        </a:rPr>
                        <a:t>审阅整改后的资料、文档等</a:t>
                      </a:r>
                      <a:endParaRPr kumimoji="0" lang="en-US" altLang="zh-CN" sz="1400" b="0" u="none" strike="noStrike" kern="0" cap="none" spc="0" normalizeH="0" baseline="0" noProof="0" dirty="0">
                        <a:ln>
                          <a:noFill/>
                        </a:ln>
                        <a:solidFill>
                          <a:schemeClr val="tx1"/>
                        </a:solidFill>
                        <a:effectLst/>
                        <a:uLnTx/>
                        <a:uFillTx/>
                        <a:latin typeface="+mj-ea"/>
                        <a:ea typeface="+mj-ea"/>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0" u="none" strike="noStrike" kern="0" cap="none" spc="0" normalizeH="0" baseline="0" noProof="0" dirty="0">
                          <a:ln>
                            <a:noFill/>
                          </a:ln>
                          <a:solidFill>
                            <a:schemeClr val="tx1"/>
                          </a:solidFill>
                          <a:effectLst/>
                          <a:uLnTx/>
                          <a:uFillTx/>
                          <a:latin typeface="+mj-ea"/>
                          <a:ea typeface="+mj-ea"/>
                          <a:cs typeface="+mn-cs"/>
                        </a:rPr>
                        <a:t>执行鉴证测试</a:t>
                      </a:r>
                      <a:endParaRPr kumimoji="0" lang="en-GB" sz="1400" b="0" u="none" strike="noStrike" kern="0" cap="none" spc="0" normalizeH="0" baseline="0" noProof="0" dirty="0">
                        <a:ln>
                          <a:noFill/>
                        </a:ln>
                        <a:solidFill>
                          <a:schemeClr val="tx1"/>
                        </a:solidFill>
                        <a:effectLst/>
                        <a:uLnTx/>
                        <a:uFillTx/>
                        <a:latin typeface="+mj-ea"/>
                        <a:ea typeface="+mj-ea"/>
                        <a:cs typeface="+mn-cs"/>
                      </a:endParaRP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0" i="0" u="none" strike="noStrike" kern="0" cap="none" spc="0" normalizeH="0" baseline="0" noProof="0" dirty="0">
                          <a:ln>
                            <a:noFill/>
                          </a:ln>
                          <a:solidFill>
                            <a:schemeClr val="tx1"/>
                          </a:solidFill>
                          <a:effectLst/>
                          <a:uLnTx/>
                          <a:uFillTx/>
                          <a:latin typeface="+mj-ea"/>
                          <a:ea typeface="+mj-ea"/>
                          <a:cs typeface="+mn-cs"/>
                        </a:rPr>
                        <a:t>指定整改责任部门和责任人，完成整改任务</a:t>
                      </a:r>
                      <a:endParaRPr kumimoji="0" lang="en-US" altLang="zh-CN" sz="1400" b="0" i="0" u="none" strike="noStrike" kern="0" cap="none" spc="0" normalizeH="0" baseline="0" noProof="0" dirty="0">
                        <a:ln>
                          <a:noFill/>
                        </a:ln>
                        <a:solidFill>
                          <a:schemeClr val="tx1"/>
                        </a:solidFill>
                        <a:effectLst/>
                        <a:uLnTx/>
                        <a:uFillTx/>
                        <a:latin typeface="+mj-ea"/>
                        <a:ea typeface="+mj-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0" i="0" u="none" strike="noStrike" kern="0" cap="none" spc="0" normalizeH="0" baseline="0" noProof="0" dirty="0">
                          <a:ln>
                            <a:noFill/>
                          </a:ln>
                          <a:solidFill>
                            <a:schemeClr val="tx1"/>
                          </a:solidFill>
                          <a:effectLst/>
                          <a:uLnTx/>
                          <a:uFillTx/>
                          <a:latin typeface="+mj-ea"/>
                          <a:ea typeface="+mj-ea"/>
                          <a:cs typeface="+mn-cs"/>
                        </a:rPr>
                        <a:t>与项目组商定鉴证截止日，提供所需文件</a:t>
                      </a:r>
                      <a:endParaRPr kumimoji="0" lang="en-US" altLang="zh-CN" sz="1400" b="0" i="0" u="none" strike="noStrike" kern="0" cap="none" spc="0" normalizeH="0" baseline="0" noProof="0" dirty="0">
                        <a:ln>
                          <a:noFill/>
                        </a:ln>
                        <a:solidFill>
                          <a:schemeClr val="tx1"/>
                        </a:solidFill>
                        <a:effectLst/>
                        <a:uLnTx/>
                        <a:uFillTx/>
                        <a:latin typeface="+mj-ea"/>
                        <a:ea typeface="+mj-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0" i="0" u="none" strike="noStrike" kern="0" cap="none" spc="0" normalizeH="0" baseline="0" noProof="0" dirty="0">
                          <a:ln>
                            <a:noFill/>
                          </a:ln>
                          <a:solidFill>
                            <a:schemeClr val="tx1"/>
                          </a:solidFill>
                          <a:effectLst/>
                          <a:uLnTx/>
                          <a:uFillTx/>
                          <a:latin typeface="+mj-ea"/>
                          <a:ea typeface="+mj-ea"/>
                          <a:cs typeface="+mn-cs"/>
                        </a:rPr>
                        <a:t>接受正式鉴证测试</a:t>
                      </a:r>
                      <a:endParaRPr kumimoji="0" lang="en-GB" sz="1400" b="0" i="0" u="none" strike="noStrike" kern="0" cap="none" spc="0" normalizeH="0" baseline="0" noProof="0" dirty="0">
                        <a:ln>
                          <a:noFill/>
                        </a:ln>
                        <a:solidFill>
                          <a:schemeClr val="tx1"/>
                        </a:solidFill>
                        <a:effectLst/>
                        <a:uLnTx/>
                        <a:uFillTx/>
                        <a:latin typeface="+mj-ea"/>
                        <a:ea typeface="+mj-ea"/>
                        <a:cs typeface="+mn-cs"/>
                      </a:endParaRPr>
                    </a:p>
                  </a:txBody>
                  <a:tcPr anchor="ctr"/>
                </a:tc>
                <a:extLst>
                  <a:ext uri="{0D108BD9-81ED-4DB2-BD59-A6C34878D82A}">
                    <a16:rowId xmlns:a16="http://schemas.microsoft.com/office/drawing/2014/main" val="1888234096"/>
                  </a:ext>
                </a:extLst>
              </a:tr>
              <a:tr h="689196">
                <a:tc>
                  <a:txBody>
                    <a:bodyPr/>
                    <a:lstStyle/>
                    <a:p>
                      <a:r>
                        <a:rPr lang="zh-CN" altLang="en-US" sz="1400" b="1" dirty="0">
                          <a:latin typeface="+mj-ea"/>
                          <a:ea typeface="+mj-ea"/>
                        </a:rPr>
                        <a:t>鉴证报告</a:t>
                      </a:r>
                      <a:endParaRPr lang="en-US" sz="1400" b="1" dirty="0">
                        <a:latin typeface="+mj-ea"/>
                        <a:ea typeface="+mj-ea"/>
                      </a:endParaRP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0" u="none" strike="noStrike" kern="0" cap="none" spc="0" normalizeH="0" baseline="0" noProof="0" dirty="0">
                          <a:ln>
                            <a:noFill/>
                          </a:ln>
                          <a:solidFill>
                            <a:schemeClr val="tx1"/>
                          </a:solidFill>
                          <a:effectLst/>
                          <a:uLnTx/>
                          <a:uFillTx/>
                          <a:latin typeface="+mj-ea"/>
                          <a:ea typeface="+mj-ea"/>
                        </a:rPr>
                        <a:t>拟定报告，结合贵司反馈完成修改</a:t>
                      </a:r>
                      <a:endParaRPr kumimoji="0" lang="en-US" altLang="zh-CN" sz="1400" b="0" u="none" strike="noStrike" kern="0" cap="none" spc="0" normalizeH="0" baseline="0" noProof="0" dirty="0">
                        <a:ln>
                          <a:noFill/>
                        </a:ln>
                        <a:solidFill>
                          <a:schemeClr val="tx1"/>
                        </a:solidFill>
                        <a:effectLst/>
                        <a:uLnTx/>
                        <a:uFillTx/>
                        <a:latin typeface="+mj-ea"/>
                        <a:ea typeface="+mj-ea"/>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0" u="none" strike="noStrike" kern="0" cap="none" spc="0" normalizeH="0" baseline="0" noProof="0" dirty="0">
                          <a:ln>
                            <a:noFill/>
                          </a:ln>
                          <a:solidFill>
                            <a:schemeClr val="tx1"/>
                          </a:solidFill>
                          <a:effectLst/>
                          <a:uLnTx/>
                          <a:uFillTx/>
                          <a:latin typeface="+mj-ea"/>
                          <a:ea typeface="+mj-ea"/>
                        </a:rPr>
                        <a:t>为公司自述部分提供建议</a:t>
                      </a:r>
                      <a:endParaRPr kumimoji="0" lang="en-US" altLang="zh-CN" sz="1400" b="0" u="none" strike="noStrike" kern="0" cap="none" spc="0" normalizeH="0" baseline="0" noProof="0" dirty="0">
                        <a:ln>
                          <a:noFill/>
                        </a:ln>
                        <a:solidFill>
                          <a:schemeClr val="tx1"/>
                        </a:solidFill>
                        <a:effectLst/>
                        <a:uLnTx/>
                        <a:uFillTx/>
                        <a:latin typeface="+mj-ea"/>
                        <a:ea typeface="+mj-ea"/>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0" u="none" strike="noStrike" kern="0" cap="none" spc="0" normalizeH="0" baseline="0" noProof="0" dirty="0">
                          <a:ln>
                            <a:noFill/>
                          </a:ln>
                          <a:solidFill>
                            <a:schemeClr val="tx1"/>
                          </a:solidFill>
                          <a:effectLst/>
                          <a:uLnTx/>
                          <a:uFillTx/>
                          <a:latin typeface="+mj-ea"/>
                          <a:ea typeface="+mj-ea"/>
                        </a:rPr>
                        <a:t>签署和出具鉴证报告</a:t>
                      </a:r>
                      <a:endParaRPr kumimoji="0" lang="en-US" altLang="zh-CN" sz="1400" b="0" u="none" strike="noStrike" kern="0" cap="none" spc="0" normalizeH="0" baseline="0" noProof="0" dirty="0">
                        <a:ln>
                          <a:noFill/>
                        </a:ln>
                        <a:solidFill>
                          <a:schemeClr val="tx1"/>
                        </a:solidFill>
                        <a:effectLst/>
                        <a:uLnTx/>
                        <a:uFillTx/>
                        <a:latin typeface="+mj-ea"/>
                        <a:ea typeface="+mj-ea"/>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0" u="none" strike="noStrike" kern="0" cap="none" spc="0" normalizeH="0" baseline="0" noProof="0" dirty="0">
                          <a:ln>
                            <a:noFill/>
                          </a:ln>
                          <a:solidFill>
                            <a:schemeClr val="tx1"/>
                          </a:solidFill>
                          <a:effectLst/>
                          <a:uLnTx/>
                          <a:uFillTx/>
                          <a:latin typeface="+mj-ea"/>
                          <a:ea typeface="+mj-ea"/>
                        </a:rPr>
                        <a:t>按年进行结项汇报</a:t>
                      </a:r>
                      <a:endParaRPr kumimoji="0" lang="en-US" altLang="zh-CN" sz="1400" b="0" u="none" strike="noStrike" kern="0" cap="none" spc="0" normalizeH="0" baseline="0" noProof="0" dirty="0">
                        <a:ln>
                          <a:noFill/>
                        </a:ln>
                        <a:solidFill>
                          <a:schemeClr val="tx1"/>
                        </a:solidFill>
                        <a:effectLst/>
                        <a:uLnTx/>
                        <a:uFillTx/>
                        <a:latin typeface="+mj-ea"/>
                        <a:ea typeface="+mj-ea"/>
                      </a:endParaRP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0" i="0" u="none" strike="noStrike" kern="0" cap="none" spc="0" normalizeH="0" baseline="0" noProof="0" dirty="0">
                          <a:ln>
                            <a:noFill/>
                          </a:ln>
                          <a:solidFill>
                            <a:schemeClr val="tx1"/>
                          </a:solidFill>
                          <a:effectLst/>
                          <a:uLnTx/>
                          <a:uFillTx/>
                          <a:latin typeface="+mj-ea"/>
                          <a:ea typeface="+mj-ea"/>
                          <a:cs typeface="+mn-cs"/>
                        </a:rPr>
                        <a:t>确认鉴证范围和报告模式，拟定公司负责撰写部分，审阅报告</a:t>
                      </a:r>
                      <a:endParaRPr kumimoji="0" lang="en-US" altLang="zh-CN" sz="1400" b="0" i="0" u="none" strike="noStrike" kern="0" cap="none" spc="0" normalizeH="0" baseline="0" noProof="0" dirty="0">
                        <a:ln>
                          <a:noFill/>
                        </a:ln>
                        <a:solidFill>
                          <a:schemeClr val="tx1"/>
                        </a:solidFill>
                        <a:effectLst/>
                        <a:uLnTx/>
                        <a:uFillTx/>
                        <a:latin typeface="+mj-ea"/>
                        <a:ea typeface="+mj-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0" i="0" u="none" strike="noStrike" kern="0" cap="none" spc="0" normalizeH="0" baseline="0" noProof="0" dirty="0">
                          <a:ln>
                            <a:noFill/>
                          </a:ln>
                          <a:solidFill>
                            <a:schemeClr val="tx1"/>
                          </a:solidFill>
                          <a:effectLst/>
                          <a:uLnTx/>
                          <a:uFillTx/>
                          <a:latin typeface="+mj-ea"/>
                          <a:ea typeface="+mj-ea"/>
                          <a:cs typeface="+mn-cs"/>
                        </a:rPr>
                        <a:t>签署管理声明书</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0" i="0" u="none" strike="noStrike" kern="0" cap="none" spc="0" normalizeH="0" baseline="0" noProof="0" dirty="0">
                          <a:ln>
                            <a:noFill/>
                          </a:ln>
                          <a:solidFill>
                            <a:schemeClr val="tx1"/>
                          </a:solidFill>
                          <a:effectLst/>
                          <a:uLnTx/>
                          <a:uFillTx/>
                          <a:latin typeface="+mj-ea"/>
                          <a:ea typeface="+mj-ea"/>
                          <a:cs typeface="+mn-cs"/>
                        </a:rPr>
                        <a:t>相关负责人、分管领导参加，评估项目收益</a:t>
                      </a:r>
                      <a:endParaRPr kumimoji="0" lang="en-GB" sz="1400" b="0" i="0" u="none" strike="noStrike" kern="0" cap="none" spc="0" normalizeH="0" baseline="0" noProof="0" dirty="0">
                        <a:ln>
                          <a:noFill/>
                        </a:ln>
                        <a:solidFill>
                          <a:schemeClr val="tx1"/>
                        </a:solidFill>
                        <a:effectLst/>
                        <a:uLnTx/>
                        <a:uFillTx/>
                        <a:latin typeface="+mj-ea"/>
                        <a:ea typeface="+mj-ea"/>
                        <a:cs typeface="+mn-cs"/>
                      </a:endParaRPr>
                    </a:p>
                  </a:txBody>
                  <a:tcPr anchor="ctr"/>
                </a:tc>
                <a:extLst>
                  <a:ext uri="{0D108BD9-81ED-4DB2-BD59-A6C34878D82A}">
                    <a16:rowId xmlns:a16="http://schemas.microsoft.com/office/drawing/2014/main" val="205610873"/>
                  </a:ext>
                </a:extLst>
              </a:tr>
            </a:tbl>
          </a:graphicData>
        </a:graphic>
      </p:graphicFrame>
      <p:grpSp>
        <p:nvGrpSpPr>
          <p:cNvPr id="11" name="组合 1">
            <a:extLst>
              <a:ext uri="{FF2B5EF4-FFF2-40B4-BE49-F238E27FC236}">
                <a16:creationId xmlns:a16="http://schemas.microsoft.com/office/drawing/2014/main" id="{1F819203-0BDB-E296-F84E-5E2CE4738C31}"/>
              </a:ext>
            </a:extLst>
          </p:cNvPr>
          <p:cNvGrpSpPr/>
          <p:nvPr/>
        </p:nvGrpSpPr>
        <p:grpSpPr>
          <a:xfrm>
            <a:off x="0" y="432377"/>
            <a:ext cx="407988" cy="248569"/>
            <a:chOff x="1542824" y="1640663"/>
            <a:chExt cx="817198" cy="273425"/>
          </a:xfrm>
        </p:grpSpPr>
        <p:sp>
          <p:nvSpPr>
            <p:cNvPr id="12" name="矩形 2">
              <a:extLst>
                <a:ext uri="{FF2B5EF4-FFF2-40B4-BE49-F238E27FC236}">
                  <a16:creationId xmlns:a16="http://schemas.microsoft.com/office/drawing/2014/main" id="{BB6B8C38-A4D0-6D24-C1C8-1F5FD6984E2C}"/>
                </a:ext>
              </a:extLst>
            </p:cNvPr>
            <p:cNvSpPr/>
            <p:nvPr/>
          </p:nvSpPr>
          <p:spPr>
            <a:xfrm>
              <a:off x="1542824" y="1640663"/>
              <a:ext cx="62535" cy="273425"/>
            </a:xfrm>
            <a:prstGeom prst="rect">
              <a:avLst/>
            </a:prstGeom>
            <a:solidFill>
              <a:srgbClr val="8D8D8E"/>
            </a:solidFill>
            <a:ln>
              <a:noFill/>
            </a:ln>
          </p:spPr>
          <p:style>
            <a:lnRef idx="0">
              <a:schemeClr val="accent1"/>
            </a:lnRef>
            <a:fillRef idx="1">
              <a:schemeClr val="accent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white"/>
                </a:solidFill>
                <a:effectLst/>
                <a:uLnTx/>
                <a:uFillTx/>
                <a:latin typeface="Arial"/>
                <a:ea typeface="楷体"/>
                <a:cs typeface="+mn-cs"/>
              </a:endParaRPr>
            </a:p>
          </p:txBody>
        </p:sp>
        <p:sp>
          <p:nvSpPr>
            <p:cNvPr id="13" name="矩形 4">
              <a:extLst>
                <a:ext uri="{FF2B5EF4-FFF2-40B4-BE49-F238E27FC236}">
                  <a16:creationId xmlns:a16="http://schemas.microsoft.com/office/drawing/2014/main" id="{145FD588-90CE-9C1F-AAF7-6992CB92B2AF}"/>
                </a:ext>
              </a:extLst>
            </p:cNvPr>
            <p:cNvSpPr/>
            <p:nvPr/>
          </p:nvSpPr>
          <p:spPr>
            <a:xfrm>
              <a:off x="1634970" y="1640663"/>
              <a:ext cx="165462" cy="273425"/>
            </a:xfrm>
            <a:prstGeom prst="rect">
              <a:avLst/>
            </a:prstGeom>
            <a:solidFill>
              <a:srgbClr val="45B035"/>
            </a:solidFill>
            <a:ln>
              <a:noFill/>
            </a:ln>
          </p:spPr>
          <p:style>
            <a:lnRef idx="0">
              <a:schemeClr val="accent1"/>
            </a:lnRef>
            <a:fillRef idx="1">
              <a:schemeClr val="accent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white"/>
                </a:solidFill>
                <a:effectLst/>
                <a:uLnTx/>
                <a:uFillTx/>
                <a:latin typeface="Arial"/>
                <a:ea typeface="楷体"/>
                <a:cs typeface="+mn-cs"/>
              </a:endParaRPr>
            </a:p>
          </p:txBody>
        </p:sp>
        <p:sp>
          <p:nvSpPr>
            <p:cNvPr id="14" name="矩形 5">
              <a:extLst>
                <a:ext uri="{FF2B5EF4-FFF2-40B4-BE49-F238E27FC236}">
                  <a16:creationId xmlns:a16="http://schemas.microsoft.com/office/drawing/2014/main" id="{4974408A-8B2B-951E-FACD-6EDD9468673E}"/>
                </a:ext>
              </a:extLst>
            </p:cNvPr>
            <p:cNvSpPr/>
            <p:nvPr/>
          </p:nvSpPr>
          <p:spPr>
            <a:xfrm>
              <a:off x="1840547" y="1640663"/>
              <a:ext cx="519475" cy="273425"/>
            </a:xfrm>
            <a:prstGeom prst="rect">
              <a:avLst/>
            </a:prstGeom>
            <a:solidFill>
              <a:srgbClr val="00A3DF"/>
            </a:solidFill>
            <a:ln>
              <a:noFill/>
            </a:ln>
          </p:spPr>
          <p:style>
            <a:lnRef idx="0">
              <a:schemeClr val="accent1"/>
            </a:lnRef>
            <a:fillRef idx="1">
              <a:schemeClr val="accent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white"/>
                </a:solidFill>
                <a:effectLst/>
                <a:uLnTx/>
                <a:uFillTx/>
                <a:latin typeface="Arial"/>
                <a:ea typeface="楷体"/>
                <a:cs typeface="+mn-cs"/>
              </a:endParaRPr>
            </a:p>
          </p:txBody>
        </p:sp>
      </p:grpSp>
    </p:spTree>
    <p:extLst>
      <p:ext uri="{BB962C8B-B14F-4D97-AF65-F5344CB8AC3E}">
        <p14:creationId xmlns:p14="http://schemas.microsoft.com/office/powerpoint/2010/main" val="28019242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7EC25-84F9-2C9A-4508-99A04C8E37EB}"/>
            </a:ext>
          </a:extLst>
        </p:cNvPr>
        <p:cNvGrpSpPr/>
        <p:nvPr/>
      </p:nvGrpSpPr>
      <p:grpSpPr>
        <a:xfrm>
          <a:off x="0" y="0"/>
          <a:ext cx="0" cy="0"/>
          <a:chOff x="0" y="0"/>
          <a:chExt cx="0" cy="0"/>
        </a:xfrm>
      </p:grpSpPr>
      <p:pic>
        <p:nvPicPr>
          <p:cNvPr id="16" name="图片 11" descr="图片包含 背景图案&#10;&#10;描述已自动生成">
            <a:extLst>
              <a:ext uri="{FF2B5EF4-FFF2-40B4-BE49-F238E27FC236}">
                <a16:creationId xmlns:a16="http://schemas.microsoft.com/office/drawing/2014/main" id="{ED8945F2-2E81-40EE-E7FF-AFB17521FDC8}"/>
              </a:ext>
            </a:extLst>
          </p:cNvPr>
          <p:cNvPicPr>
            <a:picLocks noChangeAspect="1"/>
          </p:cNvPicPr>
          <p:nvPr/>
        </p:nvPicPr>
        <p:blipFill rotWithShape="1">
          <a:blip r:embed="rId4" cstate="print">
            <a:alphaModFix amt="20000"/>
          </a:blip>
          <a:srcRect l="25524" t="7837" r="15620" b="42558"/>
          <a:stretch>
            <a:fillRect/>
          </a:stretch>
        </p:blipFill>
        <p:spPr>
          <a:xfrm flipH="1" flipV="1">
            <a:off x="0" y="5404"/>
            <a:ext cx="12192000" cy="6858000"/>
          </a:xfrm>
          <a:prstGeom prst="rect">
            <a:avLst/>
          </a:prstGeom>
        </p:spPr>
      </p:pic>
      <p:graphicFrame>
        <p:nvGraphicFramePr>
          <p:cNvPr id="23" name="Object 22" hidden="1">
            <a:extLst>
              <a:ext uri="{FF2B5EF4-FFF2-40B4-BE49-F238E27FC236}">
                <a16:creationId xmlns:a16="http://schemas.microsoft.com/office/drawing/2014/main" id="{0A0D20E6-FD7E-A17A-A2E9-AC4BDD5A0AEE}"/>
              </a:ext>
            </a:extLst>
          </p:cNvPr>
          <p:cNvGraphicFramePr>
            <a:graphicFrameLocks/>
          </p:cNvGraphicFramePr>
          <p:nvPr>
            <p:custDataLst>
              <p:tags r:id="rId1"/>
            </p:custDataLst>
          </p:nvPr>
        </p:nvGraphicFramePr>
        <p:xfrm>
          <a:off x="1525589" y="1589"/>
          <a:ext cx="1587" cy="1587"/>
        </p:xfrm>
        <a:graphic>
          <a:graphicData uri="http://schemas.openxmlformats.org/presentationml/2006/ole">
            <mc:AlternateContent xmlns:mc="http://schemas.openxmlformats.org/markup-compatibility/2006">
              <mc:Choice xmlns:v="urn:schemas-microsoft-com:vml" Requires="v">
                <p:oleObj name="think-cell 幻灯片" r:id="rId5" imgW="270" imgH="270" progId="TCLayout.ActiveDocument.1">
                  <p:embed/>
                </p:oleObj>
              </mc:Choice>
              <mc:Fallback>
                <p:oleObj name="think-cell 幻灯片" r:id="rId5" imgW="270" imgH="270" progId="TCLayout.ActiveDocument.1">
                  <p:embed/>
                  <p:pic>
                    <p:nvPicPr>
                      <p:cNvPr id="23" name="Object 22" hidden="1">
                        <a:extLst>
                          <a:ext uri="{FF2B5EF4-FFF2-40B4-BE49-F238E27FC236}">
                            <a16:creationId xmlns:a16="http://schemas.microsoft.com/office/drawing/2014/main" id="{0A0D20E6-FD7E-A17A-A2E9-AC4BDD5A0AEE}"/>
                          </a:ext>
                        </a:extLst>
                      </p:cNvPr>
                      <p:cNvPicPr/>
                      <p:nvPr/>
                    </p:nvPicPr>
                    <p:blipFill>
                      <a:blip r:embed="rId6"/>
                      <a:stretch>
                        <a:fillRect/>
                      </a:stretch>
                    </p:blipFill>
                    <p:spPr>
                      <a:xfrm>
                        <a:off x="1525589" y="1589"/>
                        <a:ext cx="1587" cy="1587"/>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8DBD5474-369B-5B30-834C-AA22A5E2C2F2}"/>
              </a:ext>
            </a:extLst>
          </p:cNvPr>
          <p:cNvSpPr>
            <a:spLocks noGrp="1"/>
          </p:cNvSpPr>
          <p:nvPr>
            <p:ph type="title"/>
          </p:nvPr>
        </p:nvSpPr>
        <p:spPr/>
        <p:txBody>
          <a:bodyPr vert="horz" rIns="0">
            <a:normAutofit/>
          </a:bodyPr>
          <a:lstStyle/>
          <a:p>
            <a:r>
              <a:rPr lang="zh-CN" altLang="en-US" dirty="0"/>
              <a:t>估值内控鉴证</a:t>
            </a:r>
            <a:r>
              <a:rPr lang="en-US" altLang="zh-CN" dirty="0"/>
              <a:t>——</a:t>
            </a:r>
            <a:r>
              <a:rPr lang="zh-CN" altLang="en-US" dirty="0"/>
              <a:t>时间样表</a:t>
            </a:r>
            <a:endParaRPr lang="zh-CN" altLang="en-US" sz="2400" b="1" dirty="0">
              <a:ea typeface="华文楷体" panose="02010600040101010101" pitchFamily="2" charset="-122"/>
            </a:endParaRPr>
          </a:p>
        </p:txBody>
      </p:sp>
      <p:sp>
        <p:nvSpPr>
          <p:cNvPr id="4" name="灯片编号占位符 3">
            <a:extLst>
              <a:ext uri="{FF2B5EF4-FFF2-40B4-BE49-F238E27FC236}">
                <a16:creationId xmlns:a16="http://schemas.microsoft.com/office/drawing/2014/main" id="{94AF05BB-8FB7-8A74-6EA2-E681A053AAAF}"/>
              </a:ext>
            </a:extLst>
          </p:cNvPr>
          <p:cNvSpPr txBox="1">
            <a:spLocks/>
          </p:cNvSpPr>
          <p:nvPr/>
        </p:nvSpPr>
        <p:spPr>
          <a:xfrm>
            <a:off x="9984296" y="6492240"/>
            <a:ext cx="1764792" cy="137160"/>
          </a:xfrm>
          <a:prstGeom prst="rect">
            <a:avLst/>
          </a:prstGeom>
        </p:spPr>
        <p:txBody>
          <a:bodyPr vert="horz" lIns="0" tIns="0" rIns="0" bIns="0" rtlCol="0" anchor="b" anchorCtr="0">
            <a:noAutofit/>
          </a:bodyPr>
          <a:lstStyle>
            <a:defPPr>
              <a:defRPr lang="zh-CN"/>
            </a:defPPr>
            <a:lvl1pPr algn="r">
              <a:defRPr sz="750">
                <a:latin typeface="楷体" panose="02010609060101010101" pitchFamily="49" charset="-122"/>
                <a:ea typeface="楷体" panose="02010609060101010101" pitchFamily="49" charset="-122"/>
                <a:sym typeface="楷体" panose="02010609060101010101" pitchFamily="49"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7870704B-CE94-48CC-AF30-84932A1262A7}" type="slidenum">
              <a:rPr kumimoji="0" lang="en-GB" sz="900" b="0" i="0" u="none" strike="noStrike" kern="1200" cap="none" spc="0" normalizeH="0" baseline="0" noProof="0" smtClean="0">
                <a:ln>
                  <a:noFill/>
                </a:ln>
                <a:solidFill>
                  <a:prstClr val="black"/>
                </a:solidFill>
                <a:effectLst/>
                <a:uLnTx/>
                <a:uFillTx/>
                <a:latin typeface="楷体" panose="02010609060101010101" pitchFamily="49" charset="-122"/>
                <a:ea typeface="楷体" panose="02010609060101010101" pitchFamily="49" charset="-122"/>
                <a:cs typeface="+mn-cs"/>
                <a:sym typeface="楷体" panose="02010609060101010101" pitchFamily="49" charset="-122"/>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9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sym typeface="楷体" panose="02010609060101010101" pitchFamily="49" charset="-122"/>
            </a:endParaRPr>
          </a:p>
        </p:txBody>
      </p:sp>
      <p:graphicFrame>
        <p:nvGraphicFramePr>
          <p:cNvPr id="17" name="Table 24">
            <a:extLst>
              <a:ext uri="{FF2B5EF4-FFF2-40B4-BE49-F238E27FC236}">
                <a16:creationId xmlns:a16="http://schemas.microsoft.com/office/drawing/2014/main" id="{D1A84C10-6736-58BE-0D11-C91950B96CC1}"/>
              </a:ext>
            </a:extLst>
          </p:cNvPr>
          <p:cNvGraphicFramePr>
            <a:graphicFrameLocks noGrp="1"/>
          </p:cNvGraphicFramePr>
          <p:nvPr>
            <p:extLst>
              <p:ext uri="{D42A27DB-BD31-4B8C-83A1-F6EECF244321}">
                <p14:modId xmlns:p14="http://schemas.microsoft.com/office/powerpoint/2010/main" val="4045161308"/>
              </p:ext>
            </p:extLst>
          </p:nvPr>
        </p:nvGraphicFramePr>
        <p:xfrm>
          <a:off x="442912" y="1813414"/>
          <a:ext cx="11227310" cy="4619120"/>
        </p:xfrm>
        <a:graphic>
          <a:graphicData uri="http://schemas.openxmlformats.org/drawingml/2006/table">
            <a:tbl>
              <a:tblPr firstRow="1" bandRow="1"/>
              <a:tblGrid>
                <a:gridCol w="1257023">
                  <a:extLst>
                    <a:ext uri="{9D8B030D-6E8A-4147-A177-3AD203B41FA5}">
                      <a16:colId xmlns:a16="http://schemas.microsoft.com/office/drawing/2014/main" val="1112670957"/>
                    </a:ext>
                  </a:extLst>
                </a:gridCol>
                <a:gridCol w="3019423">
                  <a:extLst>
                    <a:ext uri="{9D8B030D-6E8A-4147-A177-3AD203B41FA5}">
                      <a16:colId xmlns:a16="http://schemas.microsoft.com/office/drawing/2014/main" val="1373614278"/>
                    </a:ext>
                  </a:extLst>
                </a:gridCol>
                <a:gridCol w="434429">
                  <a:extLst>
                    <a:ext uri="{9D8B030D-6E8A-4147-A177-3AD203B41FA5}">
                      <a16:colId xmlns:a16="http://schemas.microsoft.com/office/drawing/2014/main" val="2675204380"/>
                    </a:ext>
                  </a:extLst>
                </a:gridCol>
                <a:gridCol w="434429">
                  <a:extLst>
                    <a:ext uri="{9D8B030D-6E8A-4147-A177-3AD203B41FA5}">
                      <a16:colId xmlns:a16="http://schemas.microsoft.com/office/drawing/2014/main" val="3745964209"/>
                    </a:ext>
                  </a:extLst>
                </a:gridCol>
                <a:gridCol w="434429">
                  <a:extLst>
                    <a:ext uri="{9D8B030D-6E8A-4147-A177-3AD203B41FA5}">
                      <a16:colId xmlns:a16="http://schemas.microsoft.com/office/drawing/2014/main" val="1580650602"/>
                    </a:ext>
                  </a:extLst>
                </a:gridCol>
                <a:gridCol w="434429">
                  <a:extLst>
                    <a:ext uri="{9D8B030D-6E8A-4147-A177-3AD203B41FA5}">
                      <a16:colId xmlns:a16="http://schemas.microsoft.com/office/drawing/2014/main" val="1874886672"/>
                    </a:ext>
                  </a:extLst>
                </a:gridCol>
                <a:gridCol w="434429">
                  <a:extLst>
                    <a:ext uri="{9D8B030D-6E8A-4147-A177-3AD203B41FA5}">
                      <a16:colId xmlns:a16="http://schemas.microsoft.com/office/drawing/2014/main" val="3927006669"/>
                    </a:ext>
                  </a:extLst>
                </a:gridCol>
                <a:gridCol w="434429">
                  <a:extLst>
                    <a:ext uri="{9D8B030D-6E8A-4147-A177-3AD203B41FA5}">
                      <a16:colId xmlns:a16="http://schemas.microsoft.com/office/drawing/2014/main" val="3273399029"/>
                    </a:ext>
                  </a:extLst>
                </a:gridCol>
                <a:gridCol w="434429">
                  <a:extLst>
                    <a:ext uri="{9D8B030D-6E8A-4147-A177-3AD203B41FA5}">
                      <a16:colId xmlns:a16="http://schemas.microsoft.com/office/drawing/2014/main" val="931393761"/>
                    </a:ext>
                  </a:extLst>
                </a:gridCol>
                <a:gridCol w="434429">
                  <a:extLst>
                    <a:ext uri="{9D8B030D-6E8A-4147-A177-3AD203B41FA5}">
                      <a16:colId xmlns:a16="http://schemas.microsoft.com/office/drawing/2014/main" val="3809439866"/>
                    </a:ext>
                  </a:extLst>
                </a:gridCol>
                <a:gridCol w="434429">
                  <a:extLst>
                    <a:ext uri="{9D8B030D-6E8A-4147-A177-3AD203B41FA5}">
                      <a16:colId xmlns:a16="http://schemas.microsoft.com/office/drawing/2014/main" val="576076405"/>
                    </a:ext>
                  </a:extLst>
                </a:gridCol>
                <a:gridCol w="434429">
                  <a:extLst>
                    <a:ext uri="{9D8B030D-6E8A-4147-A177-3AD203B41FA5}">
                      <a16:colId xmlns:a16="http://schemas.microsoft.com/office/drawing/2014/main" val="1630358398"/>
                    </a:ext>
                  </a:extLst>
                </a:gridCol>
                <a:gridCol w="434429">
                  <a:extLst>
                    <a:ext uri="{9D8B030D-6E8A-4147-A177-3AD203B41FA5}">
                      <a16:colId xmlns:a16="http://schemas.microsoft.com/office/drawing/2014/main" val="3548047802"/>
                    </a:ext>
                  </a:extLst>
                </a:gridCol>
                <a:gridCol w="434429">
                  <a:extLst>
                    <a:ext uri="{9D8B030D-6E8A-4147-A177-3AD203B41FA5}">
                      <a16:colId xmlns:a16="http://schemas.microsoft.com/office/drawing/2014/main" val="2875848028"/>
                    </a:ext>
                  </a:extLst>
                </a:gridCol>
                <a:gridCol w="434429">
                  <a:extLst>
                    <a:ext uri="{9D8B030D-6E8A-4147-A177-3AD203B41FA5}">
                      <a16:colId xmlns:a16="http://schemas.microsoft.com/office/drawing/2014/main" val="741557187"/>
                    </a:ext>
                  </a:extLst>
                </a:gridCol>
                <a:gridCol w="434429">
                  <a:extLst>
                    <a:ext uri="{9D8B030D-6E8A-4147-A177-3AD203B41FA5}">
                      <a16:colId xmlns:a16="http://schemas.microsoft.com/office/drawing/2014/main" val="3736343625"/>
                    </a:ext>
                  </a:extLst>
                </a:gridCol>
                <a:gridCol w="434429">
                  <a:extLst>
                    <a:ext uri="{9D8B030D-6E8A-4147-A177-3AD203B41FA5}">
                      <a16:colId xmlns:a16="http://schemas.microsoft.com/office/drawing/2014/main" val="1763315646"/>
                    </a:ext>
                  </a:extLst>
                </a:gridCol>
                <a:gridCol w="434429">
                  <a:extLst>
                    <a:ext uri="{9D8B030D-6E8A-4147-A177-3AD203B41FA5}">
                      <a16:colId xmlns:a16="http://schemas.microsoft.com/office/drawing/2014/main" val="2262348558"/>
                    </a:ext>
                  </a:extLst>
                </a:gridCol>
              </a:tblGrid>
              <a:tr h="288695">
                <a:tc>
                  <a:txBody>
                    <a:bodyPr/>
                    <a:lstStyle/>
                    <a:p>
                      <a:pPr algn="ctr"/>
                      <a:r>
                        <a:rPr lang="zh-CN" altLang="en-US" sz="1000" b="1" dirty="0">
                          <a:solidFill>
                            <a:schemeClr val="bg1"/>
                          </a:solidFill>
                          <a:latin typeface="+mj-ea"/>
                          <a:ea typeface="+mj-ea"/>
                        </a:rPr>
                        <a:t>工作阶段</a:t>
                      </a:r>
                      <a:endParaRPr lang="en-US" sz="1000" b="1" dirty="0">
                        <a:solidFill>
                          <a:schemeClr val="bg1"/>
                        </a:solidFill>
                        <a:latin typeface="+mj-ea"/>
                        <a:ea typeface="+mj-ea"/>
                      </a:endParaRPr>
                    </a:p>
                  </a:txBody>
                  <a:tcPr marL="58652" marR="58652" marT="29326" marB="29326" anchor="ctr">
                    <a:lnL w="6350" cap="flat" cmpd="sng" algn="ctr">
                      <a:solidFill>
                        <a:schemeClr val="bg1">
                          <a:lumMod val="7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25000"/>
                      </a:schemeClr>
                    </a:solidFill>
                  </a:tcPr>
                </a:tc>
                <a:tc>
                  <a:txBody>
                    <a:bodyPr/>
                    <a:lstStyle>
                      <a:lvl1pPr marL="0" algn="l" defTabSz="914400" rtl="0" eaLnBrk="1" latinLnBrk="0" hangingPunct="1">
                        <a:defRPr sz="1600" b="1" kern="1200">
                          <a:solidFill>
                            <a:schemeClr val="lt1"/>
                          </a:solidFill>
                          <a:latin typeface="Arial"/>
                          <a:ea typeface="SimHei"/>
                        </a:defRPr>
                      </a:lvl1pPr>
                      <a:lvl2pPr marL="457200" algn="l" defTabSz="914400" rtl="0" eaLnBrk="1" latinLnBrk="0" hangingPunct="1">
                        <a:defRPr sz="1600" b="1" kern="1200">
                          <a:solidFill>
                            <a:schemeClr val="lt1"/>
                          </a:solidFill>
                          <a:latin typeface="Arial"/>
                          <a:ea typeface="SimHei"/>
                        </a:defRPr>
                      </a:lvl2pPr>
                      <a:lvl3pPr marL="914400" algn="l" defTabSz="914400" rtl="0" eaLnBrk="1" latinLnBrk="0" hangingPunct="1">
                        <a:defRPr sz="1600" b="1" kern="1200">
                          <a:solidFill>
                            <a:schemeClr val="lt1"/>
                          </a:solidFill>
                          <a:latin typeface="Arial"/>
                          <a:ea typeface="SimHei"/>
                        </a:defRPr>
                      </a:lvl3pPr>
                      <a:lvl4pPr marL="1371600" algn="l" defTabSz="914400" rtl="0" eaLnBrk="1" latinLnBrk="0" hangingPunct="1">
                        <a:defRPr sz="1600" b="1" kern="1200">
                          <a:solidFill>
                            <a:schemeClr val="lt1"/>
                          </a:solidFill>
                          <a:latin typeface="Arial"/>
                          <a:ea typeface="SimHei"/>
                        </a:defRPr>
                      </a:lvl4pPr>
                      <a:lvl5pPr marL="1828800" algn="l" defTabSz="914400" rtl="0" eaLnBrk="1" latinLnBrk="0" hangingPunct="1">
                        <a:defRPr sz="1600" b="1" kern="1200">
                          <a:solidFill>
                            <a:schemeClr val="lt1"/>
                          </a:solidFill>
                          <a:latin typeface="Arial"/>
                          <a:ea typeface="SimHei"/>
                        </a:defRPr>
                      </a:lvl5pPr>
                      <a:lvl6pPr marL="2286000" algn="l" defTabSz="914400" rtl="0" eaLnBrk="1" latinLnBrk="0" hangingPunct="1">
                        <a:defRPr sz="1600" b="1" kern="1200">
                          <a:solidFill>
                            <a:schemeClr val="lt1"/>
                          </a:solidFill>
                          <a:latin typeface="Arial"/>
                          <a:ea typeface="SimHei"/>
                        </a:defRPr>
                      </a:lvl6pPr>
                      <a:lvl7pPr marL="2743200" algn="l" defTabSz="914400" rtl="0" eaLnBrk="1" latinLnBrk="0" hangingPunct="1">
                        <a:defRPr sz="1600" b="1" kern="1200">
                          <a:solidFill>
                            <a:schemeClr val="lt1"/>
                          </a:solidFill>
                          <a:latin typeface="Arial"/>
                          <a:ea typeface="SimHei"/>
                        </a:defRPr>
                      </a:lvl7pPr>
                      <a:lvl8pPr marL="3200400" algn="l" defTabSz="914400" rtl="0" eaLnBrk="1" latinLnBrk="0" hangingPunct="1">
                        <a:defRPr sz="1600" b="1" kern="1200">
                          <a:solidFill>
                            <a:schemeClr val="lt1"/>
                          </a:solidFill>
                          <a:latin typeface="Arial"/>
                          <a:ea typeface="SimHei"/>
                        </a:defRPr>
                      </a:lvl8pPr>
                      <a:lvl9pPr marL="3657600" algn="l" defTabSz="914400" rtl="0" eaLnBrk="1" latinLnBrk="0" hangingPunct="1">
                        <a:defRPr sz="1600" b="1" kern="1200">
                          <a:solidFill>
                            <a:schemeClr val="lt1"/>
                          </a:solidFill>
                          <a:latin typeface="Arial"/>
                          <a:ea typeface="SimHei"/>
                        </a:defRPr>
                      </a:lvl9pPr>
                    </a:lstStyle>
                    <a:p>
                      <a:pPr algn="ctr"/>
                      <a:r>
                        <a:rPr lang="zh-CN" altLang="en-US" sz="1000" b="1" kern="1200" dirty="0">
                          <a:solidFill>
                            <a:schemeClr val="bg1"/>
                          </a:solidFill>
                          <a:latin typeface="+mj-ea"/>
                          <a:ea typeface="+mj-ea"/>
                          <a:cs typeface="+mn-cs"/>
                        </a:rPr>
                        <a:t>工作内容</a:t>
                      </a:r>
                      <a:endParaRPr lang="en-US" sz="1000" b="1" kern="1200" dirty="0">
                        <a:solidFill>
                          <a:schemeClr val="bg1"/>
                        </a:solidFill>
                        <a:latin typeface="+mj-ea"/>
                        <a:ea typeface="+mj-ea"/>
                        <a:cs typeface="+mn-cs"/>
                      </a:endParaRPr>
                    </a:p>
                  </a:txBody>
                  <a:tcPr marL="58652" marR="58652" marT="29326" marB="29326"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25000"/>
                      </a:schemeClr>
                    </a:solidFill>
                  </a:tcPr>
                </a:tc>
                <a:tc gridSpan="4">
                  <a:txBody>
                    <a:bodyPr/>
                    <a:lstStyle>
                      <a:lvl1pPr marL="0" algn="l" defTabSz="914400" rtl="0" eaLnBrk="1" latinLnBrk="0" hangingPunct="1">
                        <a:defRPr sz="1600" b="1" kern="1200">
                          <a:solidFill>
                            <a:schemeClr val="lt1"/>
                          </a:solidFill>
                          <a:latin typeface="Arial"/>
                          <a:ea typeface="SimHei"/>
                        </a:defRPr>
                      </a:lvl1pPr>
                      <a:lvl2pPr marL="457200" algn="l" defTabSz="914400" rtl="0" eaLnBrk="1" latinLnBrk="0" hangingPunct="1">
                        <a:defRPr sz="1600" b="1" kern="1200">
                          <a:solidFill>
                            <a:schemeClr val="lt1"/>
                          </a:solidFill>
                          <a:latin typeface="Arial"/>
                          <a:ea typeface="SimHei"/>
                        </a:defRPr>
                      </a:lvl2pPr>
                      <a:lvl3pPr marL="914400" algn="l" defTabSz="914400" rtl="0" eaLnBrk="1" latinLnBrk="0" hangingPunct="1">
                        <a:defRPr sz="1600" b="1" kern="1200">
                          <a:solidFill>
                            <a:schemeClr val="lt1"/>
                          </a:solidFill>
                          <a:latin typeface="Arial"/>
                          <a:ea typeface="SimHei"/>
                        </a:defRPr>
                      </a:lvl3pPr>
                      <a:lvl4pPr marL="1371600" algn="l" defTabSz="914400" rtl="0" eaLnBrk="1" latinLnBrk="0" hangingPunct="1">
                        <a:defRPr sz="1600" b="1" kern="1200">
                          <a:solidFill>
                            <a:schemeClr val="lt1"/>
                          </a:solidFill>
                          <a:latin typeface="Arial"/>
                          <a:ea typeface="SimHei"/>
                        </a:defRPr>
                      </a:lvl4pPr>
                      <a:lvl5pPr marL="1828800" algn="l" defTabSz="914400" rtl="0" eaLnBrk="1" latinLnBrk="0" hangingPunct="1">
                        <a:defRPr sz="1600" b="1" kern="1200">
                          <a:solidFill>
                            <a:schemeClr val="lt1"/>
                          </a:solidFill>
                          <a:latin typeface="Arial"/>
                          <a:ea typeface="SimHei"/>
                        </a:defRPr>
                      </a:lvl5pPr>
                      <a:lvl6pPr marL="2286000" algn="l" defTabSz="914400" rtl="0" eaLnBrk="1" latinLnBrk="0" hangingPunct="1">
                        <a:defRPr sz="1600" b="1" kern="1200">
                          <a:solidFill>
                            <a:schemeClr val="lt1"/>
                          </a:solidFill>
                          <a:latin typeface="Arial"/>
                          <a:ea typeface="SimHei"/>
                        </a:defRPr>
                      </a:lvl6pPr>
                      <a:lvl7pPr marL="2743200" algn="l" defTabSz="914400" rtl="0" eaLnBrk="1" latinLnBrk="0" hangingPunct="1">
                        <a:defRPr sz="1600" b="1" kern="1200">
                          <a:solidFill>
                            <a:schemeClr val="lt1"/>
                          </a:solidFill>
                          <a:latin typeface="Arial"/>
                          <a:ea typeface="SimHei"/>
                        </a:defRPr>
                      </a:lvl7pPr>
                      <a:lvl8pPr marL="3200400" algn="l" defTabSz="914400" rtl="0" eaLnBrk="1" latinLnBrk="0" hangingPunct="1">
                        <a:defRPr sz="1600" b="1" kern="1200">
                          <a:solidFill>
                            <a:schemeClr val="lt1"/>
                          </a:solidFill>
                          <a:latin typeface="Arial"/>
                          <a:ea typeface="SimHei"/>
                        </a:defRPr>
                      </a:lvl8pPr>
                      <a:lvl9pPr marL="3657600" algn="l" defTabSz="914400" rtl="0" eaLnBrk="1" latinLnBrk="0" hangingPunct="1">
                        <a:defRPr sz="1600" b="1" kern="1200">
                          <a:solidFill>
                            <a:schemeClr val="lt1"/>
                          </a:solidFill>
                          <a:latin typeface="Arial"/>
                          <a:ea typeface="SimHei"/>
                        </a:defRPr>
                      </a:lvl9pPr>
                    </a:lstStyle>
                    <a:p>
                      <a:pPr algn="ctr"/>
                      <a:r>
                        <a:rPr lang="en-US" altLang="zh-CN" sz="1000" b="1" dirty="0">
                          <a:solidFill>
                            <a:schemeClr val="bg1"/>
                          </a:solidFill>
                          <a:latin typeface="+mj-ea"/>
                          <a:ea typeface="+mj-ea"/>
                        </a:rPr>
                        <a:t>T+1</a:t>
                      </a:r>
                      <a:r>
                        <a:rPr lang="zh-CN" altLang="en-US" sz="1000" b="1" dirty="0">
                          <a:solidFill>
                            <a:schemeClr val="bg1"/>
                          </a:solidFill>
                          <a:latin typeface="+mj-ea"/>
                          <a:ea typeface="+mj-ea"/>
                        </a:rPr>
                        <a:t>月</a:t>
                      </a:r>
                      <a:endParaRPr lang="en-US" sz="1000" b="1" dirty="0">
                        <a:solidFill>
                          <a:schemeClr val="bg1"/>
                        </a:solidFill>
                        <a:latin typeface="+mj-ea"/>
                        <a:ea typeface="+mj-ea"/>
                      </a:endParaRPr>
                    </a:p>
                  </a:txBody>
                  <a:tcPr marL="58652" marR="58652" marT="29326" marB="29326" anchor="ctr">
                    <a:lnL w="3175" cap="flat" cmpd="sng" algn="ctr">
                      <a:solidFill>
                        <a:schemeClr val="bg1">
                          <a:lumMod val="5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76200" cap="flat" cmpd="sng" algn="ctr">
                      <a:solidFill>
                        <a:srgbClr val="FFFFFF"/>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25000"/>
                      </a:schemeClr>
                    </a:solidFill>
                  </a:tcPr>
                </a:tc>
                <a:tc hMerge="1">
                  <a:txBody>
                    <a:bodyPr/>
                    <a:lstStyle/>
                    <a:p>
                      <a:pPr algn="ctr"/>
                      <a:r>
                        <a:rPr lang="en-US" sz="1300" b="1">
                          <a:solidFill>
                            <a:schemeClr val="bg1"/>
                          </a:solidFill>
                          <a:latin typeface="+mj-lt"/>
                          <a:ea typeface="宋体" panose="02010600030101010101" pitchFamily="2" charset="-122"/>
                        </a:rPr>
                        <a:t>2</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E9C34"/>
                    </a:solidFill>
                  </a:tcPr>
                </a:tc>
                <a:tc hMerge="1">
                  <a:txBody>
                    <a:bodyPr/>
                    <a:lstStyle/>
                    <a:p>
                      <a:pPr algn="ctr"/>
                      <a:r>
                        <a:rPr lang="en-US" sz="1300" b="1">
                          <a:solidFill>
                            <a:schemeClr val="bg1"/>
                          </a:solidFill>
                          <a:latin typeface="+mj-lt"/>
                          <a:ea typeface="宋体" panose="02010600030101010101" pitchFamily="2" charset="-122"/>
                        </a:rPr>
                        <a:t>3</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E9C34"/>
                    </a:solidFill>
                  </a:tcPr>
                </a:tc>
                <a:tc hMerge="1">
                  <a:txBody>
                    <a:bodyPr/>
                    <a:lstStyle/>
                    <a:p>
                      <a:pPr algn="ctr"/>
                      <a:r>
                        <a:rPr lang="en-US" sz="1300" b="1">
                          <a:solidFill>
                            <a:schemeClr val="bg1"/>
                          </a:solidFill>
                          <a:latin typeface="+mj-lt"/>
                          <a:ea typeface="宋体" panose="02010600030101010101" pitchFamily="2" charset="-122"/>
                        </a:rPr>
                        <a:t>4</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E9C34"/>
                    </a:solidFill>
                  </a:tcPr>
                </a:tc>
                <a:tc gridSpan="4">
                  <a:txBody>
                    <a:bodyPr/>
                    <a:lstStyle>
                      <a:lvl1pPr marL="0" algn="l" defTabSz="914400" rtl="0" eaLnBrk="1" latinLnBrk="0" hangingPunct="1">
                        <a:defRPr sz="1600" b="1" kern="1200">
                          <a:solidFill>
                            <a:schemeClr val="lt1"/>
                          </a:solidFill>
                          <a:latin typeface="Arial"/>
                          <a:ea typeface="SimHei"/>
                        </a:defRPr>
                      </a:lvl1pPr>
                      <a:lvl2pPr marL="457200" algn="l" defTabSz="914400" rtl="0" eaLnBrk="1" latinLnBrk="0" hangingPunct="1">
                        <a:defRPr sz="1600" b="1" kern="1200">
                          <a:solidFill>
                            <a:schemeClr val="lt1"/>
                          </a:solidFill>
                          <a:latin typeface="Arial"/>
                          <a:ea typeface="SimHei"/>
                        </a:defRPr>
                      </a:lvl2pPr>
                      <a:lvl3pPr marL="914400" algn="l" defTabSz="914400" rtl="0" eaLnBrk="1" latinLnBrk="0" hangingPunct="1">
                        <a:defRPr sz="1600" b="1" kern="1200">
                          <a:solidFill>
                            <a:schemeClr val="lt1"/>
                          </a:solidFill>
                          <a:latin typeface="Arial"/>
                          <a:ea typeface="SimHei"/>
                        </a:defRPr>
                      </a:lvl3pPr>
                      <a:lvl4pPr marL="1371600" algn="l" defTabSz="914400" rtl="0" eaLnBrk="1" latinLnBrk="0" hangingPunct="1">
                        <a:defRPr sz="1600" b="1" kern="1200">
                          <a:solidFill>
                            <a:schemeClr val="lt1"/>
                          </a:solidFill>
                          <a:latin typeface="Arial"/>
                          <a:ea typeface="SimHei"/>
                        </a:defRPr>
                      </a:lvl4pPr>
                      <a:lvl5pPr marL="1828800" algn="l" defTabSz="914400" rtl="0" eaLnBrk="1" latinLnBrk="0" hangingPunct="1">
                        <a:defRPr sz="1600" b="1" kern="1200">
                          <a:solidFill>
                            <a:schemeClr val="lt1"/>
                          </a:solidFill>
                          <a:latin typeface="Arial"/>
                          <a:ea typeface="SimHei"/>
                        </a:defRPr>
                      </a:lvl5pPr>
                      <a:lvl6pPr marL="2286000" algn="l" defTabSz="914400" rtl="0" eaLnBrk="1" latinLnBrk="0" hangingPunct="1">
                        <a:defRPr sz="1600" b="1" kern="1200">
                          <a:solidFill>
                            <a:schemeClr val="lt1"/>
                          </a:solidFill>
                          <a:latin typeface="Arial"/>
                          <a:ea typeface="SimHei"/>
                        </a:defRPr>
                      </a:lvl6pPr>
                      <a:lvl7pPr marL="2743200" algn="l" defTabSz="914400" rtl="0" eaLnBrk="1" latinLnBrk="0" hangingPunct="1">
                        <a:defRPr sz="1600" b="1" kern="1200">
                          <a:solidFill>
                            <a:schemeClr val="lt1"/>
                          </a:solidFill>
                          <a:latin typeface="Arial"/>
                          <a:ea typeface="SimHei"/>
                        </a:defRPr>
                      </a:lvl7pPr>
                      <a:lvl8pPr marL="3200400" algn="l" defTabSz="914400" rtl="0" eaLnBrk="1" latinLnBrk="0" hangingPunct="1">
                        <a:defRPr sz="1600" b="1" kern="1200">
                          <a:solidFill>
                            <a:schemeClr val="lt1"/>
                          </a:solidFill>
                          <a:latin typeface="Arial"/>
                          <a:ea typeface="SimHei"/>
                        </a:defRPr>
                      </a:lvl8pPr>
                      <a:lvl9pPr marL="3657600" algn="l" defTabSz="914400" rtl="0" eaLnBrk="1" latinLnBrk="0" hangingPunct="1">
                        <a:defRPr sz="1600" b="1" kern="1200">
                          <a:solidFill>
                            <a:schemeClr val="lt1"/>
                          </a:solidFill>
                          <a:latin typeface="Arial"/>
                          <a:ea typeface="SimHei"/>
                        </a:defRPr>
                      </a:lvl9pPr>
                    </a:lstStyle>
                    <a:p>
                      <a:pPr algn="ctr"/>
                      <a:r>
                        <a:rPr lang="en-US" altLang="zh-CN" sz="1000" b="1" kern="1200" dirty="0">
                          <a:solidFill>
                            <a:schemeClr val="bg1"/>
                          </a:solidFill>
                          <a:latin typeface="+mj-ea"/>
                          <a:ea typeface="+mj-ea"/>
                          <a:cs typeface="+mn-cs"/>
                        </a:rPr>
                        <a:t>T+2</a:t>
                      </a:r>
                      <a:r>
                        <a:rPr lang="zh-CN" altLang="en-US" sz="1000" b="1" kern="1200" dirty="0">
                          <a:solidFill>
                            <a:schemeClr val="bg1"/>
                          </a:solidFill>
                          <a:latin typeface="+mj-ea"/>
                          <a:ea typeface="+mj-ea"/>
                          <a:cs typeface="+mn-cs"/>
                        </a:rPr>
                        <a:t>月</a:t>
                      </a:r>
                      <a:endParaRPr lang="en-US" sz="1000" b="1" kern="1200" dirty="0">
                        <a:solidFill>
                          <a:schemeClr val="bg1"/>
                        </a:solidFill>
                        <a:latin typeface="+mj-ea"/>
                        <a:ea typeface="+mj-ea"/>
                        <a:cs typeface="+mn-cs"/>
                      </a:endParaRPr>
                    </a:p>
                  </a:txBody>
                  <a:tcPr marL="58652" marR="58652" marT="29326" marB="2932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76200" cap="flat" cmpd="sng" algn="ctr">
                      <a:solidFill>
                        <a:srgbClr val="FFFFFF"/>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25000"/>
                      </a:schemeClr>
                    </a:solidFill>
                  </a:tcPr>
                </a:tc>
                <a:tc hMerge="1">
                  <a:txBody>
                    <a:bodyPr/>
                    <a:lstStyle/>
                    <a:p>
                      <a:pPr algn="ctr"/>
                      <a:r>
                        <a:rPr lang="en-US" sz="1300" b="1">
                          <a:solidFill>
                            <a:schemeClr val="bg1"/>
                          </a:solidFill>
                          <a:latin typeface="+mj-lt"/>
                          <a:ea typeface="宋体" panose="02010600030101010101" pitchFamily="2" charset="-122"/>
                        </a:rPr>
                        <a:t>6</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E9C34"/>
                    </a:solidFill>
                  </a:tcPr>
                </a:tc>
                <a:tc hMerge="1">
                  <a:txBody>
                    <a:bodyPr/>
                    <a:lstStyle/>
                    <a:p>
                      <a:pPr algn="ctr"/>
                      <a:r>
                        <a:rPr lang="en-US" sz="1300" b="1">
                          <a:solidFill>
                            <a:schemeClr val="bg1"/>
                          </a:solidFill>
                          <a:latin typeface="+mj-lt"/>
                          <a:ea typeface="宋体" panose="02010600030101010101" pitchFamily="2" charset="-122"/>
                        </a:rPr>
                        <a:t>7</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E9C34"/>
                    </a:solidFill>
                  </a:tcPr>
                </a:tc>
                <a:tc hMerge="1">
                  <a:txBody>
                    <a:bodyPr/>
                    <a:lstStyle/>
                    <a:p>
                      <a:pPr marL="0" algn="ctr" defTabSz="914400" rtl="0" eaLnBrk="1" latinLnBrk="0" hangingPunct="1"/>
                      <a:r>
                        <a:rPr lang="en-US" sz="1300" b="1" kern="1200">
                          <a:solidFill>
                            <a:schemeClr val="bg1"/>
                          </a:solidFill>
                          <a:latin typeface="+mj-lt"/>
                          <a:ea typeface="宋体" panose="02010600030101010101" pitchFamily="2" charset="-122"/>
                          <a:cs typeface="+mn-cs"/>
                        </a:rPr>
                        <a:t>8</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E9C34"/>
                    </a:solidFill>
                  </a:tcPr>
                </a:tc>
                <a:tc gridSpan="4">
                  <a:txBody>
                    <a:bodyPr/>
                    <a:lstStyle/>
                    <a:p>
                      <a:pPr algn="ctr"/>
                      <a:r>
                        <a:rPr lang="en-US" altLang="zh-CN" sz="1000" b="1" dirty="0">
                          <a:solidFill>
                            <a:schemeClr val="bg1"/>
                          </a:solidFill>
                          <a:latin typeface="+mj-ea"/>
                          <a:ea typeface="+mj-ea"/>
                        </a:rPr>
                        <a:t>T+3</a:t>
                      </a:r>
                      <a:r>
                        <a:rPr lang="zh-CN" altLang="en-US" sz="1000" b="1" dirty="0">
                          <a:solidFill>
                            <a:schemeClr val="bg1"/>
                          </a:solidFill>
                          <a:latin typeface="+mj-ea"/>
                          <a:ea typeface="+mj-ea"/>
                        </a:rPr>
                        <a:t>月</a:t>
                      </a:r>
                      <a:endParaRPr lang="en-US" sz="1000" b="1" dirty="0">
                        <a:solidFill>
                          <a:schemeClr val="bg1"/>
                        </a:solidFill>
                        <a:latin typeface="+mj-ea"/>
                        <a:ea typeface="+mj-ea"/>
                      </a:endParaRPr>
                    </a:p>
                  </a:txBody>
                  <a:tcPr marL="58652" marR="58652" marT="29326" marB="2932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76200" cap="flat" cmpd="sng" algn="ctr">
                      <a:solidFill>
                        <a:srgbClr val="FFFFFF"/>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25000"/>
                      </a:schemeClr>
                    </a:solidFill>
                  </a:tcPr>
                </a:tc>
                <a:tc hMerge="1">
                  <a:txBody>
                    <a:bodyPr/>
                    <a:lstStyle/>
                    <a:p>
                      <a:pPr algn="ctr"/>
                      <a:r>
                        <a:rPr lang="en-US" sz="1300" b="1">
                          <a:solidFill>
                            <a:schemeClr val="bg1"/>
                          </a:solidFill>
                          <a:latin typeface="+mj-lt"/>
                          <a:ea typeface="宋体" panose="02010600030101010101" pitchFamily="2" charset="-122"/>
                        </a:rPr>
                        <a:t>10</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E9C34"/>
                    </a:solidFill>
                  </a:tcPr>
                </a:tc>
                <a:tc hMerge="1">
                  <a:txBody>
                    <a:bodyPr/>
                    <a:lstStyle/>
                    <a:p>
                      <a:pPr algn="ctr"/>
                      <a:r>
                        <a:rPr lang="en-US" sz="1300" b="1">
                          <a:solidFill>
                            <a:schemeClr val="bg1"/>
                          </a:solidFill>
                          <a:latin typeface="+mj-lt"/>
                          <a:ea typeface="宋体" panose="02010600030101010101" pitchFamily="2" charset="-122"/>
                        </a:rPr>
                        <a:t>11</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E9C34"/>
                    </a:solidFill>
                  </a:tcPr>
                </a:tc>
                <a:tc hMerge="1">
                  <a:txBody>
                    <a:bodyPr/>
                    <a:lstStyle/>
                    <a:p>
                      <a:pPr algn="ctr"/>
                      <a:r>
                        <a:rPr lang="en-US" sz="1300" b="1">
                          <a:solidFill>
                            <a:schemeClr val="bg1"/>
                          </a:solidFill>
                          <a:latin typeface="+mj-lt"/>
                          <a:ea typeface="宋体" panose="02010600030101010101" pitchFamily="2" charset="-122"/>
                        </a:rPr>
                        <a:t>12</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E9C34"/>
                    </a:solidFill>
                  </a:tcPr>
                </a:tc>
                <a:tc gridSpan="4">
                  <a:txBody>
                    <a:bodyPr/>
                    <a:lstStyle/>
                    <a:p>
                      <a:pPr algn="ctr"/>
                      <a:r>
                        <a:rPr lang="en-US" altLang="zh-CN" sz="1000" b="1" dirty="0">
                          <a:solidFill>
                            <a:schemeClr val="bg1"/>
                          </a:solidFill>
                          <a:latin typeface="+mj-ea"/>
                          <a:ea typeface="+mj-ea"/>
                        </a:rPr>
                        <a:t>T+4</a:t>
                      </a:r>
                      <a:r>
                        <a:rPr lang="zh-CN" altLang="en-US" sz="1000" b="1" dirty="0">
                          <a:solidFill>
                            <a:schemeClr val="bg1"/>
                          </a:solidFill>
                          <a:latin typeface="+mj-ea"/>
                          <a:ea typeface="+mj-ea"/>
                        </a:rPr>
                        <a:t>月</a:t>
                      </a:r>
                      <a:endParaRPr lang="en-US" sz="1000" b="1" dirty="0">
                        <a:solidFill>
                          <a:schemeClr val="bg1"/>
                        </a:solidFill>
                        <a:latin typeface="+mj-ea"/>
                        <a:ea typeface="+mj-ea"/>
                      </a:endParaRPr>
                    </a:p>
                  </a:txBody>
                  <a:tcPr marL="58652" marR="58652" marT="29326" marB="2932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76200" cap="flat" cmpd="sng" algn="ctr">
                      <a:solidFill>
                        <a:srgbClr val="FFFFFF"/>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25000"/>
                      </a:schemeClr>
                    </a:solidFill>
                  </a:tcPr>
                </a:tc>
                <a:tc hMerge="1">
                  <a:txBody>
                    <a:bodyPr/>
                    <a:lstStyle/>
                    <a:p>
                      <a:pPr algn="ctr"/>
                      <a:r>
                        <a:rPr lang="en-US" sz="1300" b="1">
                          <a:solidFill>
                            <a:schemeClr val="bg1"/>
                          </a:solidFill>
                          <a:latin typeface="+mj-lt"/>
                          <a:ea typeface="宋体" panose="02010600030101010101" pitchFamily="2" charset="-122"/>
                        </a:rPr>
                        <a:t>14</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E9C34"/>
                    </a:solidFill>
                  </a:tcPr>
                </a:tc>
                <a:tc hMerge="1">
                  <a:txBody>
                    <a:bodyPr/>
                    <a:lstStyle/>
                    <a:p>
                      <a:pPr algn="ctr"/>
                      <a:endParaRPr lang="en-US" sz="1300" b="1">
                        <a:solidFill>
                          <a:schemeClr val="bg1"/>
                        </a:solidFill>
                        <a:latin typeface="+mj-lt"/>
                        <a:ea typeface="宋体" panose="02010600030101010101" pitchFamily="2" charset="-122"/>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E9C34"/>
                    </a:solidFill>
                  </a:tcPr>
                </a:tc>
                <a:tc hMerge="1">
                  <a:txBody>
                    <a:bodyPr/>
                    <a:lstStyle/>
                    <a:p>
                      <a:pPr algn="ctr"/>
                      <a:endParaRPr lang="en-US" sz="1300" b="1">
                        <a:solidFill>
                          <a:schemeClr val="bg1"/>
                        </a:solidFill>
                        <a:latin typeface="+mj-lt"/>
                        <a:ea typeface="宋体" panose="02010600030101010101" pitchFamily="2" charset="-122"/>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E9C34"/>
                    </a:solidFill>
                  </a:tcPr>
                </a:tc>
                <a:extLst>
                  <a:ext uri="{0D108BD9-81ED-4DB2-BD59-A6C34878D82A}">
                    <a16:rowId xmlns:a16="http://schemas.microsoft.com/office/drawing/2014/main" val="1598644993"/>
                  </a:ext>
                </a:extLst>
              </a:tr>
              <a:tr h="288695">
                <a:tc>
                  <a:txBody>
                    <a:bodyPr/>
                    <a:lstStyle/>
                    <a:p>
                      <a:pPr marL="0" indent="0" algn="ctr" defTabSz="914400" rtl="0" eaLnBrk="1" latinLnBrk="0" hangingPunct="1">
                        <a:buFont typeface="+mj-lt"/>
                        <a:buNone/>
                      </a:pPr>
                      <a:r>
                        <a:rPr lang="zh-CN" altLang="en-US" sz="1000" b="1" kern="1200">
                          <a:solidFill>
                            <a:schemeClr val="bg2">
                              <a:lumMod val="25000"/>
                            </a:schemeClr>
                          </a:solidFill>
                          <a:latin typeface="+mj-ea"/>
                          <a:ea typeface="+mj-ea"/>
                          <a:cs typeface="+mn-cs"/>
                        </a:rPr>
                        <a:t>项目准备</a:t>
                      </a:r>
                      <a:endParaRPr lang="en-US" altLang="zh-CN" sz="1000" b="1" kern="1200">
                        <a:solidFill>
                          <a:schemeClr val="bg2">
                            <a:lumMod val="25000"/>
                          </a:schemeClr>
                        </a:solidFill>
                        <a:latin typeface="+mj-ea"/>
                        <a:ea typeface="+mj-ea"/>
                        <a:cs typeface="+mn-cs"/>
                      </a:endParaRPr>
                    </a:p>
                  </a:txBody>
                  <a:tcPr marL="58652" marR="58652" marT="29326" marB="29326" anchor="ctr">
                    <a:lnL w="6350" cap="flat" cmpd="sng" algn="ctr">
                      <a:solidFill>
                        <a:schemeClr val="bg1">
                          <a:lumMod val="7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19050" cap="flat" cmpd="sng" algn="ctr">
                      <a:solidFill>
                        <a:schemeClr val="bg1"/>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r>
                        <a:rPr lang="zh-CN" altLang="en-US" sz="1000" b="1" kern="1200" dirty="0">
                          <a:solidFill>
                            <a:schemeClr val="bg2">
                              <a:lumMod val="25000"/>
                            </a:schemeClr>
                          </a:solidFill>
                          <a:latin typeface="+mj-ea"/>
                          <a:ea typeface="+mj-ea"/>
                          <a:cs typeface="+mn-cs"/>
                        </a:rPr>
                        <a:t>一、项目启动与计划</a:t>
                      </a:r>
                    </a:p>
                  </a:txBody>
                  <a:tcPr marL="45662" marR="3805" marT="3805"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19050" cap="flat" cmpd="sng" algn="ctr">
                      <a:solidFill>
                        <a:schemeClr val="bg1"/>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19050" cap="flat" cmpd="sng" algn="ctr">
                      <a:solidFill>
                        <a:schemeClr val="bg1"/>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19050" cap="flat" cmpd="sng" algn="ctr">
                      <a:solidFill>
                        <a:schemeClr val="bg1"/>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19050" cap="flat" cmpd="sng" algn="ctr">
                      <a:solidFill>
                        <a:schemeClr val="bg1"/>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19050" cap="flat" cmpd="sng" algn="ctr">
                      <a:solidFill>
                        <a:schemeClr val="bg1"/>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19050" cap="flat" cmpd="sng" algn="ctr">
                      <a:solidFill>
                        <a:schemeClr val="bg1"/>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dirty="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19050" cap="flat" cmpd="sng" algn="ctr">
                      <a:solidFill>
                        <a:schemeClr val="bg1"/>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19050" cap="flat" cmpd="sng" algn="ctr">
                      <a:solidFill>
                        <a:schemeClr val="bg1"/>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914400" rtl="0" eaLnBrk="1" latinLnBrk="0" hangingPunct="1"/>
                      <a:endParaRPr lang="en-US" sz="1000" b="1" kern="1200">
                        <a:solidFill>
                          <a:schemeClr val="tx1"/>
                        </a:solidFill>
                        <a:latin typeface="+mj-ea"/>
                        <a:ea typeface="+mj-ea"/>
                        <a:cs typeface="+mn-cs"/>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19050" cap="flat" cmpd="sng" algn="ctr">
                      <a:solidFill>
                        <a:schemeClr val="bg1"/>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19050" cap="flat" cmpd="sng" algn="ctr">
                      <a:solidFill>
                        <a:schemeClr val="bg1"/>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19050" cap="flat" cmpd="sng" algn="ctr">
                      <a:solidFill>
                        <a:schemeClr val="bg1"/>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dirty="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19050" cap="flat" cmpd="sng" algn="ctr">
                      <a:solidFill>
                        <a:schemeClr val="bg1"/>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19050" cap="flat" cmpd="sng" algn="ctr">
                      <a:solidFill>
                        <a:schemeClr val="bg1"/>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19050" cap="flat" cmpd="sng" algn="ctr">
                      <a:solidFill>
                        <a:schemeClr val="bg1"/>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dirty="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19050" cap="flat" cmpd="sng" algn="ctr">
                      <a:solidFill>
                        <a:schemeClr val="bg1"/>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19050" cap="flat" cmpd="sng" algn="ctr">
                      <a:solidFill>
                        <a:schemeClr val="bg1"/>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19050" cap="flat" cmpd="sng" algn="ctr">
                      <a:solidFill>
                        <a:schemeClr val="bg1"/>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467285074"/>
                  </a:ext>
                </a:extLst>
              </a:tr>
              <a:tr h="288695">
                <a:tc>
                  <a:txBody>
                    <a:bodyPr/>
                    <a:lstStyle/>
                    <a:p>
                      <a:pPr marL="0" indent="0" algn="ctr" defTabSz="914400" rtl="0" eaLnBrk="1" latinLnBrk="0" hangingPunct="1">
                        <a:buFont typeface="+mj-lt"/>
                        <a:buNone/>
                      </a:pPr>
                      <a:endParaRPr lang="en-US" altLang="zh-CN" sz="1000" b="1" kern="1200">
                        <a:solidFill>
                          <a:schemeClr val="bg2">
                            <a:lumMod val="25000"/>
                          </a:schemeClr>
                        </a:solidFill>
                        <a:latin typeface="+mj-ea"/>
                        <a:ea typeface="+mj-ea"/>
                        <a:cs typeface="+mn-cs"/>
                      </a:endParaRPr>
                    </a:p>
                  </a:txBody>
                  <a:tcPr marL="58652" marR="58652" marT="29326" marB="29326" anchor="ctr">
                    <a:lnL w="6350" cap="flat" cmpd="sng" algn="ctr">
                      <a:solidFill>
                        <a:schemeClr val="bg1">
                          <a:lumMod val="7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ctr"/>
                      <a:r>
                        <a:rPr lang="zh-CN" altLang="en-US" sz="1000" b="0" i="0" u="none" strike="noStrike" dirty="0">
                          <a:solidFill>
                            <a:srgbClr val="000000"/>
                          </a:solidFill>
                          <a:effectLst/>
                          <a:latin typeface="+mj-ea"/>
                          <a:ea typeface="+mj-ea"/>
                        </a:rPr>
                        <a:t>项目启动会议</a:t>
                      </a:r>
                    </a:p>
                  </a:txBody>
                  <a:tcPr marL="45662" marR="3805" marT="3805"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sz="1000" b="0" dirty="0">
                        <a:latin typeface="+mj-ea"/>
                        <a:ea typeface="+mj-ea"/>
                      </a:endParaRPr>
                    </a:p>
                  </a:txBody>
                  <a:tcPr marL="58652" marR="58652" marT="29326" marB="29326"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endParaRPr lang="en-US" sz="1000" b="1" kern="1200">
                        <a:solidFill>
                          <a:schemeClr val="tx1"/>
                        </a:solidFill>
                        <a:latin typeface="+mj-ea"/>
                        <a:ea typeface="+mj-ea"/>
                        <a:cs typeface="+mn-cs"/>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sz="1000" b="0">
                        <a:latin typeface="+mj-ea"/>
                        <a:ea typeface="+mj-ea"/>
                      </a:endParaRPr>
                    </a:p>
                  </a:txBody>
                  <a:tcPr marL="58652" marR="58652" marT="29326" marB="29326"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126616673"/>
                  </a:ext>
                </a:extLst>
              </a:tr>
              <a:tr h="288695">
                <a:tc>
                  <a:txBody>
                    <a:bodyPr/>
                    <a:lstStyle/>
                    <a:p>
                      <a:pPr marL="0" indent="0" algn="ctr" defTabSz="914400" rtl="0" eaLnBrk="1" latinLnBrk="0" hangingPunct="1">
                        <a:buFont typeface="+mj-lt"/>
                        <a:buNone/>
                      </a:pPr>
                      <a:r>
                        <a:rPr lang="zh-CN" altLang="en-US" sz="1000" b="1" kern="1200">
                          <a:solidFill>
                            <a:schemeClr val="bg2">
                              <a:lumMod val="25000"/>
                            </a:schemeClr>
                          </a:solidFill>
                          <a:latin typeface="+mj-ea"/>
                          <a:ea typeface="+mj-ea"/>
                          <a:cs typeface="+mn-cs"/>
                        </a:rPr>
                        <a:t>差距分析</a:t>
                      </a:r>
                      <a:endParaRPr lang="en-US" altLang="zh-CN" sz="1000" b="1" kern="1200">
                        <a:solidFill>
                          <a:schemeClr val="bg2">
                            <a:lumMod val="25000"/>
                          </a:schemeClr>
                        </a:solidFill>
                        <a:latin typeface="+mj-ea"/>
                        <a:ea typeface="+mj-ea"/>
                        <a:cs typeface="+mn-cs"/>
                      </a:endParaRPr>
                    </a:p>
                  </a:txBody>
                  <a:tcPr marL="58652" marR="58652" marT="29326" marB="29326" anchor="ctr">
                    <a:lnL w="6350" cap="flat" cmpd="sng" algn="ctr">
                      <a:solidFill>
                        <a:schemeClr val="bg1">
                          <a:lumMod val="7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l" defTabSz="914400" rtl="0" eaLnBrk="1" fontAlgn="ctr" latinLnBrk="0" hangingPunct="1"/>
                      <a:r>
                        <a:rPr lang="zh-CN" altLang="en-US" sz="1000" b="1" kern="1200" dirty="0">
                          <a:solidFill>
                            <a:schemeClr val="bg2">
                              <a:lumMod val="25000"/>
                            </a:schemeClr>
                          </a:solidFill>
                          <a:latin typeface="+mj-ea"/>
                          <a:ea typeface="+mj-ea"/>
                          <a:cs typeface="+mn-cs"/>
                        </a:rPr>
                        <a:t>二、差异诊断与分析</a:t>
                      </a:r>
                    </a:p>
                  </a:txBody>
                  <a:tcPr marL="45662" marR="3805" marT="3805"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914400" rtl="0" eaLnBrk="1" latinLnBrk="0" hangingPunct="1"/>
                      <a:endParaRPr lang="en-US" sz="1000" b="1" kern="1200">
                        <a:solidFill>
                          <a:schemeClr val="tx1"/>
                        </a:solidFill>
                        <a:latin typeface="+mj-ea"/>
                        <a:ea typeface="+mj-ea"/>
                        <a:cs typeface="+mn-cs"/>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8520802"/>
                  </a:ext>
                </a:extLst>
              </a:tr>
              <a:tr h="288695">
                <a:tc rowSpan="4">
                  <a:txBody>
                    <a:bodyPr/>
                    <a:lstStyle/>
                    <a:p>
                      <a:pPr marL="0" indent="0" algn="ctr" defTabSz="914400" rtl="0" eaLnBrk="1" latinLnBrk="0" hangingPunct="1">
                        <a:buFont typeface="+mj-lt"/>
                        <a:buNone/>
                      </a:pPr>
                      <a:endParaRPr lang="zh-CN" altLang="en-US" sz="1000" b="0" kern="1200">
                        <a:solidFill>
                          <a:schemeClr val="bg2">
                            <a:lumMod val="25000"/>
                          </a:schemeClr>
                        </a:solidFill>
                        <a:latin typeface="+mj-ea"/>
                        <a:ea typeface="+mj-ea"/>
                        <a:cs typeface="+mn-cs"/>
                      </a:endParaRPr>
                    </a:p>
                  </a:txBody>
                  <a:tcPr marL="58652" marR="58652" marT="29326" marB="29326" anchor="ctr">
                    <a:lnL w="6350" cap="flat" cmpd="sng" algn="ctr">
                      <a:solidFill>
                        <a:schemeClr val="bg1">
                          <a:lumMod val="7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ctr"/>
                      <a:r>
                        <a:rPr lang="zh-CN" altLang="en-US" sz="1000" u="none" strike="noStrike" dirty="0">
                          <a:effectLst/>
                          <a:latin typeface="+mj-ea"/>
                          <a:ea typeface="+mj-ea"/>
                        </a:rPr>
                        <a:t>核心岗位访谈、制度审阅</a:t>
                      </a:r>
                      <a:endParaRPr lang="zh-CN" altLang="en-US" sz="1000" b="0" i="0" u="none" strike="noStrike" dirty="0">
                        <a:solidFill>
                          <a:schemeClr val="accent1"/>
                        </a:solidFill>
                        <a:effectLst/>
                        <a:latin typeface="+mj-ea"/>
                        <a:ea typeface="+mj-ea"/>
                      </a:endParaRPr>
                    </a:p>
                  </a:txBody>
                  <a:tcPr marL="45662" marR="3805" marT="3805"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sz="1000" b="0" dirty="0">
                        <a:latin typeface="+mj-ea"/>
                        <a:ea typeface="+mj-ea"/>
                      </a:endParaRPr>
                    </a:p>
                  </a:txBody>
                  <a:tcPr marL="58652" marR="58652" marT="29326" marB="29326"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a:txBody>
                    <a:bodyPr/>
                    <a:lstStyle/>
                    <a:p>
                      <a:endParaRPr lang="en-US" sz="1000" b="0" dirty="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a:txBody>
                    <a:bodyPr/>
                    <a:lstStyle/>
                    <a:p>
                      <a:endParaRPr lang="en-US" sz="1000" b="0" dirty="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0" b="0">
                        <a:latin typeface="+mj-ea"/>
                        <a:ea typeface="+mj-ea"/>
                      </a:endParaRPr>
                    </a:p>
                  </a:txBody>
                  <a:tcPr marL="58652" marR="58652" marT="29326" marB="29326"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endParaRPr lang="en-US" sz="1000" b="1" kern="1200">
                        <a:solidFill>
                          <a:schemeClr val="tx1"/>
                        </a:solidFill>
                        <a:latin typeface="+mj-ea"/>
                        <a:ea typeface="+mj-ea"/>
                        <a:cs typeface="+mn-cs"/>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76760075"/>
                  </a:ext>
                </a:extLst>
              </a:tr>
              <a:tr h="288695">
                <a:tc vMerge="1">
                  <a:txBody>
                    <a:bodyPr/>
                    <a:lstStyle/>
                    <a:p>
                      <a:pPr marL="0" indent="0" algn="ctr" defTabSz="914400" rtl="0" eaLnBrk="1" latinLnBrk="0" hangingPunct="1">
                        <a:buFont typeface="+mj-lt"/>
                        <a:buNone/>
                      </a:pPr>
                      <a:endParaRPr lang="en-US" altLang="zh-CN" sz="1400" b="1" kern="1200">
                        <a:solidFill>
                          <a:schemeClr val="bg2">
                            <a:lumMod val="25000"/>
                          </a:schemeClr>
                        </a:solidFill>
                        <a:latin typeface="宋体" panose="02010600030101010101" pitchFamily="2" charset="-122"/>
                        <a:ea typeface="宋体" panose="02010600030101010101" pitchFamily="2" charset="-122"/>
                        <a:cs typeface="+mn-cs"/>
                      </a:endParaRPr>
                    </a:p>
                  </a:txBody>
                  <a:tcPr>
                    <a:lnL w="6350" cap="flat" cmpd="sng" algn="ctr">
                      <a:solidFill>
                        <a:schemeClr val="bg1">
                          <a:lumMod val="7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ctr"/>
                      <a:r>
                        <a:rPr lang="zh-CN" altLang="en-US" sz="1000" u="none" strike="noStrike" dirty="0">
                          <a:effectLst/>
                          <a:latin typeface="+mj-ea"/>
                          <a:ea typeface="+mj-ea"/>
                        </a:rPr>
                        <a:t>诊断测试</a:t>
                      </a:r>
                      <a:endParaRPr lang="zh-CN" altLang="en-US" sz="1000" b="0" i="0" u="none" strike="noStrike" dirty="0">
                        <a:solidFill>
                          <a:srgbClr val="000000"/>
                        </a:solidFill>
                        <a:effectLst/>
                        <a:latin typeface="+mj-ea"/>
                        <a:ea typeface="+mj-ea"/>
                      </a:endParaRPr>
                    </a:p>
                  </a:txBody>
                  <a:tcPr marL="45662" marR="3805" marT="3805"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sz="1000" b="0" dirty="0">
                        <a:latin typeface="+mj-ea"/>
                        <a:ea typeface="+mj-ea"/>
                      </a:endParaRPr>
                    </a:p>
                  </a:txBody>
                  <a:tcPr marL="58652" marR="58652" marT="29326" marB="29326"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a:txBody>
                    <a:bodyPr/>
                    <a:lstStyle/>
                    <a:p>
                      <a:endParaRPr lang="en-US" sz="1000" b="0" dirty="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a:txBody>
                    <a:bodyPr/>
                    <a:lstStyle/>
                    <a:p>
                      <a:endParaRPr lang="en-US" sz="1000" b="0" dirty="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a:txBody>
                    <a:bodyPr/>
                    <a:lstStyle/>
                    <a:p>
                      <a:endParaRPr lang="en-US" sz="1000" b="0" dirty="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a:txBody>
                    <a:bodyPr/>
                    <a:lstStyle/>
                    <a:p>
                      <a:endParaRPr lang="en-US" sz="1000" b="0">
                        <a:latin typeface="+mj-ea"/>
                        <a:ea typeface="+mj-ea"/>
                      </a:endParaRPr>
                    </a:p>
                  </a:txBody>
                  <a:tcPr marL="58652" marR="58652" marT="29326" marB="29326"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endParaRPr lang="en-US" sz="1000" b="1" kern="1200">
                        <a:solidFill>
                          <a:schemeClr val="tx1"/>
                        </a:solidFill>
                        <a:latin typeface="+mj-ea"/>
                        <a:ea typeface="+mj-ea"/>
                        <a:cs typeface="+mn-cs"/>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12429446"/>
                  </a:ext>
                </a:extLst>
              </a:tr>
              <a:tr h="288695">
                <a:tc vMerge="1">
                  <a:txBody>
                    <a:bodyPr/>
                    <a:lstStyle/>
                    <a:p>
                      <a:pPr marL="0" indent="0" algn="l" defTabSz="914400" rtl="0" eaLnBrk="1" latinLnBrk="0" hangingPunct="1">
                        <a:buFont typeface="+mj-lt"/>
                        <a:buNone/>
                      </a:pPr>
                      <a:endParaRPr lang="en-US" altLang="zh-CN" sz="1400" b="1" kern="1200">
                        <a:solidFill>
                          <a:schemeClr val="bg2">
                            <a:lumMod val="25000"/>
                          </a:schemeClr>
                        </a:solidFill>
                        <a:latin typeface="宋体" panose="02010600030101010101" pitchFamily="2" charset="-122"/>
                        <a:ea typeface="宋体" panose="02010600030101010101" pitchFamily="2" charset="-122"/>
                        <a:cs typeface="+mn-cs"/>
                      </a:endParaRPr>
                    </a:p>
                  </a:txBody>
                  <a:tcPr>
                    <a:lnL w="6350" cap="flat" cmpd="sng" algn="ctr">
                      <a:solidFill>
                        <a:schemeClr val="bg1">
                          <a:lumMod val="7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ctr"/>
                      <a:r>
                        <a:rPr lang="zh-CN" altLang="en-US" sz="1000" u="none" strike="noStrike" dirty="0">
                          <a:effectLst/>
                          <a:latin typeface="+mj-ea"/>
                          <a:ea typeface="+mj-ea"/>
                        </a:rPr>
                        <a:t>问题发现与沟通</a:t>
                      </a:r>
                      <a:endParaRPr lang="zh-CN" altLang="en-US" sz="1000" b="0" i="0" u="none" strike="noStrike" dirty="0">
                        <a:solidFill>
                          <a:srgbClr val="000000"/>
                        </a:solidFill>
                        <a:effectLst/>
                        <a:latin typeface="+mj-ea"/>
                        <a:ea typeface="+mj-ea"/>
                      </a:endParaRPr>
                    </a:p>
                  </a:txBody>
                  <a:tcPr marL="45662" marR="3805" marT="3805"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sz="1000" b="0">
                        <a:latin typeface="+mj-ea"/>
                        <a:ea typeface="+mj-ea"/>
                      </a:endParaRPr>
                    </a:p>
                  </a:txBody>
                  <a:tcPr marL="58652" marR="58652" marT="29326" marB="29326"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dirty="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a:txBody>
                    <a:bodyPr/>
                    <a:lstStyle/>
                    <a:p>
                      <a:endParaRPr lang="en-US" sz="1000" b="0" dirty="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a:txBody>
                    <a:bodyPr/>
                    <a:lstStyle/>
                    <a:p>
                      <a:endParaRPr lang="en-US" sz="1000" b="0" dirty="0">
                        <a:latin typeface="+mj-ea"/>
                        <a:ea typeface="+mj-ea"/>
                      </a:endParaRPr>
                    </a:p>
                  </a:txBody>
                  <a:tcPr marL="58652" marR="58652" marT="29326" marB="29326"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en-US" sz="1000" b="1" kern="1200">
                        <a:solidFill>
                          <a:schemeClr val="tx1"/>
                        </a:solidFill>
                        <a:latin typeface="+mj-ea"/>
                        <a:ea typeface="+mj-ea"/>
                        <a:cs typeface="+mn-cs"/>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0" b="0">
                        <a:latin typeface="+mj-ea"/>
                        <a:ea typeface="+mj-ea"/>
                      </a:endParaRPr>
                    </a:p>
                  </a:txBody>
                  <a:tcPr marL="58652" marR="58652" marT="29326" marB="29326"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dirty="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519955"/>
                  </a:ext>
                </a:extLst>
              </a:tr>
              <a:tr h="288695">
                <a:tc vMerge="1">
                  <a:txBody>
                    <a:bodyPr/>
                    <a:lstStyle/>
                    <a:p>
                      <a:pPr marL="0" indent="0" algn="ctr" defTabSz="914400" rtl="0" eaLnBrk="1" latinLnBrk="0" hangingPunct="1">
                        <a:buFont typeface="+mj-lt"/>
                        <a:buNone/>
                      </a:pPr>
                      <a:endParaRPr lang="en-US" altLang="zh-CN" sz="1400" b="1" kern="1200">
                        <a:solidFill>
                          <a:schemeClr val="bg2">
                            <a:lumMod val="25000"/>
                          </a:schemeClr>
                        </a:solidFill>
                        <a:latin typeface="宋体" panose="02010600030101010101" pitchFamily="2" charset="-122"/>
                        <a:ea typeface="宋体" panose="02010600030101010101" pitchFamily="2" charset="-122"/>
                        <a:cs typeface="+mn-cs"/>
                      </a:endParaRPr>
                    </a:p>
                  </a:txBody>
                  <a:tcPr>
                    <a:lnL w="6350" cap="flat" cmpd="sng" algn="ctr">
                      <a:solidFill>
                        <a:schemeClr val="bg1">
                          <a:lumMod val="7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ctr"/>
                      <a:r>
                        <a:rPr lang="zh-CN" altLang="en-US" sz="1000" b="0" i="0" u="none" strike="noStrike" dirty="0">
                          <a:solidFill>
                            <a:srgbClr val="000000"/>
                          </a:solidFill>
                          <a:effectLst/>
                          <a:latin typeface="+mj-ea"/>
                          <a:ea typeface="+mj-ea"/>
                        </a:rPr>
                        <a:t>差异诊断报告与整改建议</a:t>
                      </a:r>
                    </a:p>
                  </a:txBody>
                  <a:tcPr marL="45662" marR="3805" marT="3805"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sz="1000" b="0">
                        <a:latin typeface="+mj-ea"/>
                        <a:ea typeface="+mj-ea"/>
                      </a:endParaRPr>
                    </a:p>
                  </a:txBody>
                  <a:tcPr marL="58652" marR="58652" marT="29326" marB="29326"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dirty="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a:txBody>
                    <a:bodyPr/>
                    <a:lstStyle/>
                    <a:p>
                      <a:endParaRPr lang="en-US" sz="1000" b="0" dirty="0">
                        <a:latin typeface="+mj-ea"/>
                        <a:ea typeface="+mj-ea"/>
                      </a:endParaRPr>
                    </a:p>
                  </a:txBody>
                  <a:tcPr marL="58652" marR="58652" marT="29326" marB="29326"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en-US" sz="1000" b="1" kern="1200">
                        <a:solidFill>
                          <a:schemeClr val="tx1"/>
                        </a:solidFill>
                        <a:latin typeface="+mj-ea"/>
                        <a:ea typeface="+mj-ea"/>
                        <a:cs typeface="+mn-cs"/>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0" b="0">
                        <a:latin typeface="+mj-ea"/>
                        <a:ea typeface="+mj-ea"/>
                      </a:endParaRPr>
                    </a:p>
                  </a:txBody>
                  <a:tcPr marL="58652" marR="58652" marT="29326" marB="29326"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1104576"/>
                  </a:ext>
                </a:extLst>
              </a:tr>
              <a:tr h="288695">
                <a:tc>
                  <a:txBody>
                    <a:bodyPr/>
                    <a:lstStyle/>
                    <a:p>
                      <a:pPr marL="0" indent="0" algn="ctr" defTabSz="914400" rtl="0" eaLnBrk="1" latinLnBrk="0" hangingPunct="1">
                        <a:buFont typeface="+mj-lt"/>
                        <a:buNone/>
                      </a:pPr>
                      <a:r>
                        <a:rPr lang="zh-CN" altLang="en-US" sz="1000" b="1" kern="1200">
                          <a:solidFill>
                            <a:schemeClr val="bg2">
                              <a:lumMod val="25000"/>
                            </a:schemeClr>
                          </a:solidFill>
                          <a:latin typeface="+mj-ea"/>
                          <a:ea typeface="+mj-ea"/>
                          <a:cs typeface="+mn-cs"/>
                        </a:rPr>
                        <a:t>完善优化</a:t>
                      </a:r>
                      <a:endParaRPr lang="en-US" altLang="zh-CN" sz="1000" b="1" kern="1200">
                        <a:solidFill>
                          <a:schemeClr val="bg2">
                            <a:lumMod val="25000"/>
                          </a:schemeClr>
                        </a:solidFill>
                        <a:latin typeface="+mj-ea"/>
                        <a:ea typeface="+mj-ea"/>
                        <a:cs typeface="+mn-cs"/>
                      </a:endParaRPr>
                    </a:p>
                  </a:txBody>
                  <a:tcPr marL="58652" marR="58652" marT="29326" marB="29326" anchor="ctr">
                    <a:lnL w="6350" cap="flat" cmpd="sng" algn="ctr">
                      <a:solidFill>
                        <a:schemeClr val="bg1">
                          <a:lumMod val="7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r>
                        <a:rPr lang="zh-CN" altLang="en-US" sz="1000" b="1" kern="1200" dirty="0">
                          <a:solidFill>
                            <a:schemeClr val="bg2">
                              <a:lumMod val="25000"/>
                            </a:schemeClr>
                          </a:solidFill>
                          <a:latin typeface="+mj-ea"/>
                          <a:ea typeface="+mj-ea"/>
                          <a:cs typeface="+mn-cs"/>
                        </a:rPr>
                        <a:t>三、差异整改与测试</a:t>
                      </a:r>
                    </a:p>
                  </a:txBody>
                  <a:tcPr marL="45662" marR="3805" marT="3805"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914400" rtl="0" eaLnBrk="1" latinLnBrk="0" hangingPunct="1"/>
                      <a:endParaRPr lang="en-US" sz="1000" b="1" kern="1200">
                        <a:solidFill>
                          <a:schemeClr val="tx1"/>
                        </a:solidFill>
                        <a:latin typeface="+mj-ea"/>
                        <a:ea typeface="+mj-ea"/>
                        <a:cs typeface="+mn-cs"/>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dirty="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918335384"/>
                  </a:ext>
                </a:extLst>
              </a:tr>
              <a:tr h="288695">
                <a:tc rowSpan="3">
                  <a:txBody>
                    <a:bodyPr/>
                    <a:lstStyle/>
                    <a:p>
                      <a:pPr marL="0" marR="0" lvl="0" indent="0" algn="ctr" defTabSz="914400" rtl="0" eaLnBrk="1" fontAlgn="auto" latinLnBrk="0" hangingPunct="1">
                        <a:lnSpc>
                          <a:spcPct val="100000"/>
                        </a:lnSpc>
                        <a:spcBef>
                          <a:spcPts val="0"/>
                        </a:spcBef>
                        <a:spcAft>
                          <a:spcPts val="0"/>
                        </a:spcAft>
                        <a:buClrTx/>
                        <a:buSzTx/>
                        <a:buFont typeface="+mj-lt"/>
                        <a:buNone/>
                        <a:tabLst/>
                        <a:defRPr/>
                      </a:pPr>
                      <a:endParaRPr lang="zh-CN" altLang="en-US" sz="1000" b="0" kern="1200">
                        <a:solidFill>
                          <a:schemeClr val="bg2">
                            <a:lumMod val="25000"/>
                          </a:schemeClr>
                        </a:solidFill>
                        <a:latin typeface="+mj-ea"/>
                        <a:ea typeface="+mj-ea"/>
                        <a:cs typeface="+mn-cs"/>
                      </a:endParaRPr>
                    </a:p>
                  </a:txBody>
                  <a:tcPr marL="58652" marR="58652" marT="29326" marB="29326" anchor="ctr">
                    <a:lnL w="6350" cap="flat" cmpd="sng" algn="ctr">
                      <a:solidFill>
                        <a:schemeClr val="bg1">
                          <a:lumMod val="7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000000"/>
                          </a:solidFill>
                          <a:effectLst/>
                          <a:uLnTx/>
                          <a:uFillTx/>
                          <a:latin typeface="+mj-ea"/>
                          <a:ea typeface="+mj-ea"/>
                          <a:cs typeface="+mn-cs"/>
                        </a:rPr>
                        <a:t>整改辅导</a:t>
                      </a:r>
                    </a:p>
                  </a:txBody>
                  <a:tcPr marL="45662" marR="3805" marT="3805"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sz="1000" b="0">
                        <a:latin typeface="+mj-ea"/>
                        <a:ea typeface="+mj-ea"/>
                      </a:endParaRPr>
                    </a:p>
                  </a:txBody>
                  <a:tcPr marL="58652" marR="58652" marT="29326" marB="29326"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dirty="0">
                        <a:latin typeface="+mj-ea"/>
                        <a:ea typeface="+mj-ea"/>
                      </a:endParaRPr>
                    </a:p>
                  </a:txBody>
                  <a:tcPr marL="58652" marR="58652" marT="29326" marB="29326"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a:txBody>
                    <a:bodyPr/>
                    <a:lstStyle/>
                    <a:p>
                      <a:pPr marL="0" algn="ctr" defTabSz="914400" rtl="0" eaLnBrk="1" latinLnBrk="0" hangingPunct="1"/>
                      <a:endParaRPr lang="en-US" sz="1000" b="1" kern="1200" dirty="0">
                        <a:solidFill>
                          <a:schemeClr val="tx1"/>
                        </a:solidFill>
                        <a:latin typeface="+mj-ea"/>
                        <a:ea typeface="+mj-ea"/>
                        <a:cs typeface="+mn-cs"/>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a:txBody>
                    <a:bodyPr/>
                    <a:lstStyle/>
                    <a:p>
                      <a:endParaRPr lang="en-US" sz="1000" b="0" dirty="0">
                        <a:latin typeface="+mj-ea"/>
                        <a:ea typeface="+mj-ea"/>
                      </a:endParaRPr>
                    </a:p>
                  </a:txBody>
                  <a:tcPr marL="58652" marR="58652" marT="29326" marB="29326"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35308328"/>
                  </a:ext>
                </a:extLst>
              </a:tr>
              <a:tr h="288695">
                <a:tc vMerge="1">
                  <a:txBody>
                    <a:bodyPr/>
                    <a:lstStyle/>
                    <a:p>
                      <a:pPr marL="0" marR="0" lvl="0" indent="0" algn="ctr" defTabSz="914400" rtl="0" eaLnBrk="1" fontAlgn="auto" latinLnBrk="0" hangingPunct="1">
                        <a:lnSpc>
                          <a:spcPct val="100000"/>
                        </a:lnSpc>
                        <a:spcBef>
                          <a:spcPts val="0"/>
                        </a:spcBef>
                        <a:spcAft>
                          <a:spcPts val="0"/>
                        </a:spcAft>
                        <a:buClrTx/>
                        <a:buSzTx/>
                        <a:buFont typeface="+mj-lt"/>
                        <a:buNone/>
                        <a:tabLst/>
                        <a:defRPr/>
                      </a:pPr>
                      <a:endParaRPr lang="en-US" sz="1400" b="1" kern="1200">
                        <a:solidFill>
                          <a:schemeClr val="bg2">
                            <a:lumMod val="25000"/>
                          </a:schemeClr>
                        </a:solidFill>
                        <a:latin typeface="+mj-lt"/>
                        <a:ea typeface="宋体" panose="02010600030101010101" pitchFamily="2" charset="-122"/>
                        <a:cs typeface="+mn-cs"/>
                      </a:endParaRPr>
                    </a:p>
                  </a:txBody>
                  <a:tcPr>
                    <a:lnL w="6350" cap="flat" cmpd="sng" algn="ctr">
                      <a:solidFill>
                        <a:schemeClr val="bg1">
                          <a:lumMod val="7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000000"/>
                          </a:solidFill>
                          <a:effectLst/>
                          <a:uLnTx/>
                          <a:uFillTx/>
                          <a:latin typeface="+mj-ea"/>
                          <a:ea typeface="+mj-ea"/>
                          <a:cs typeface="+mn-cs"/>
                        </a:rPr>
                        <a:t>管理层落实整改   </a:t>
                      </a:r>
                    </a:p>
                  </a:txBody>
                  <a:tcPr marL="45662" marR="3805" marT="3805"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sz="1000" b="0">
                        <a:latin typeface="+mj-ea"/>
                        <a:ea typeface="+mj-ea"/>
                      </a:endParaRPr>
                    </a:p>
                  </a:txBody>
                  <a:tcPr marL="58652" marR="58652" marT="29326" marB="29326"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dirty="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dirty="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lang="en-US" sz="1000" b="0" dirty="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algn="ctr" defTabSz="914400" rtl="0" eaLnBrk="1" latinLnBrk="0" hangingPunct="1"/>
                      <a:endParaRPr lang="en-US" sz="1000" b="1" kern="1200" dirty="0">
                        <a:solidFill>
                          <a:schemeClr val="tx1"/>
                        </a:solidFill>
                        <a:latin typeface="+mj-ea"/>
                        <a:ea typeface="+mj-ea"/>
                        <a:cs typeface="+mn-cs"/>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lang="en-US" sz="1000" b="0" dirty="0">
                        <a:latin typeface="+mj-ea"/>
                        <a:ea typeface="+mj-ea"/>
                      </a:endParaRPr>
                    </a:p>
                  </a:txBody>
                  <a:tcPr marL="58652" marR="58652" marT="29326" marB="29326"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9529723"/>
                  </a:ext>
                </a:extLst>
              </a:tr>
              <a:tr h="288695">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b="1" kern="1200">
                        <a:solidFill>
                          <a:schemeClr val="bg2">
                            <a:lumMod val="25000"/>
                          </a:schemeClr>
                        </a:solidFill>
                        <a:latin typeface="宋体" panose="02010600030101010101" pitchFamily="2" charset="-122"/>
                        <a:ea typeface="宋体" panose="02010600030101010101" pitchFamily="2" charset="-122"/>
                        <a:cs typeface="+mn-cs"/>
                      </a:endParaRPr>
                    </a:p>
                  </a:txBody>
                  <a:tcPr>
                    <a:lnL w="6350" cap="flat" cmpd="sng" algn="ctr">
                      <a:solidFill>
                        <a:schemeClr val="bg1">
                          <a:lumMod val="7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000000"/>
                          </a:solidFill>
                          <a:effectLst/>
                          <a:uLnTx/>
                          <a:uFillTx/>
                          <a:latin typeface="+mj-ea"/>
                          <a:ea typeface="+mj-ea"/>
                          <a:cs typeface="+mn-cs"/>
                        </a:rPr>
                        <a:t>鉴证测试</a:t>
                      </a:r>
                    </a:p>
                  </a:txBody>
                  <a:tcPr marL="45662" marR="3805" marT="3805"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sz="1000" b="0">
                        <a:latin typeface="+mj-ea"/>
                        <a:ea typeface="+mj-ea"/>
                      </a:endParaRPr>
                    </a:p>
                  </a:txBody>
                  <a:tcPr marL="58652" marR="58652" marT="29326" marB="29326"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dirty="0">
                        <a:latin typeface="+mj-ea"/>
                        <a:ea typeface="+mj-ea"/>
                      </a:endParaRPr>
                    </a:p>
                  </a:txBody>
                  <a:tcPr marL="58652" marR="58652" marT="29326" marB="29326"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dirty="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a:txBody>
                    <a:bodyPr/>
                    <a:lstStyle/>
                    <a:p>
                      <a:endParaRPr lang="en-US" sz="1000" b="0" dirty="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a:txBody>
                    <a:bodyPr/>
                    <a:lstStyle/>
                    <a:p>
                      <a:pPr marL="0" algn="ctr" defTabSz="914400" rtl="0" eaLnBrk="1" latinLnBrk="0" hangingPunct="1"/>
                      <a:endParaRPr lang="en-US" sz="1000" b="1" kern="1200" dirty="0">
                        <a:solidFill>
                          <a:schemeClr val="tx1"/>
                        </a:solidFill>
                        <a:latin typeface="+mj-ea"/>
                        <a:ea typeface="+mj-ea"/>
                        <a:cs typeface="+mn-cs"/>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a:txBody>
                    <a:bodyPr/>
                    <a:lstStyle/>
                    <a:p>
                      <a:endParaRPr lang="en-US" sz="1000" b="0" dirty="0">
                        <a:latin typeface="+mj-ea"/>
                        <a:ea typeface="+mj-ea"/>
                      </a:endParaRPr>
                    </a:p>
                  </a:txBody>
                  <a:tcPr marL="58652" marR="58652" marT="29326" marB="29326"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a:txBody>
                    <a:bodyPr/>
                    <a:lstStyle/>
                    <a:p>
                      <a:endParaRPr lang="en-US" sz="1000" b="0" dirty="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a:txBody>
                    <a:bodyPr/>
                    <a:lstStyle/>
                    <a:p>
                      <a:endParaRPr lang="en-US" sz="1000" b="0" dirty="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a:txBody>
                    <a:bodyPr/>
                    <a:lstStyle/>
                    <a:p>
                      <a:endParaRPr lang="en-US" sz="1000" b="0" dirty="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a:txBody>
                    <a:bodyPr/>
                    <a:lstStyle/>
                    <a:p>
                      <a:endParaRPr lang="en-US" sz="1000" b="0">
                        <a:latin typeface="+mj-ea"/>
                        <a:ea typeface="+mj-ea"/>
                      </a:endParaRPr>
                    </a:p>
                  </a:txBody>
                  <a:tcPr marL="58652" marR="58652" marT="29326" marB="29326"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2960695"/>
                  </a:ext>
                </a:extLst>
              </a:tr>
              <a:tr h="28869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000" b="1" kern="1200">
                          <a:solidFill>
                            <a:schemeClr val="bg2">
                              <a:lumMod val="25000"/>
                            </a:schemeClr>
                          </a:solidFill>
                          <a:latin typeface="+mj-ea"/>
                          <a:ea typeface="+mj-ea"/>
                          <a:cs typeface="+mn-cs"/>
                        </a:rPr>
                        <a:t>鉴证报告</a:t>
                      </a:r>
                      <a:endParaRPr lang="en-US" sz="1000" b="1" kern="1200">
                        <a:solidFill>
                          <a:schemeClr val="bg2">
                            <a:lumMod val="25000"/>
                          </a:schemeClr>
                        </a:solidFill>
                        <a:latin typeface="+mj-ea"/>
                        <a:ea typeface="+mj-ea"/>
                        <a:cs typeface="+mn-cs"/>
                      </a:endParaRPr>
                    </a:p>
                  </a:txBody>
                  <a:tcPr marL="58652" marR="58652" marT="29326" marB="29326" anchor="ctr">
                    <a:lnL w="6350" cap="flat" cmpd="sng" algn="ctr">
                      <a:solidFill>
                        <a:schemeClr val="bg1">
                          <a:lumMod val="7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r>
                        <a:rPr lang="zh-CN" altLang="en-US" sz="1000" b="1" kern="1200" dirty="0">
                          <a:solidFill>
                            <a:schemeClr val="bg2">
                              <a:lumMod val="25000"/>
                            </a:schemeClr>
                          </a:solidFill>
                          <a:latin typeface="+mj-ea"/>
                          <a:ea typeface="+mj-ea"/>
                          <a:cs typeface="+mn-cs"/>
                        </a:rPr>
                        <a:t>四、总结与报告</a:t>
                      </a:r>
                    </a:p>
                  </a:txBody>
                  <a:tcPr marL="45662" marR="3805" marT="3805"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914400" rtl="0" eaLnBrk="1" latinLnBrk="0" hangingPunct="1"/>
                      <a:endParaRPr lang="en-US" sz="1000" b="1" kern="1200">
                        <a:solidFill>
                          <a:schemeClr val="tx1"/>
                        </a:solidFill>
                        <a:latin typeface="+mj-ea"/>
                        <a:ea typeface="+mj-ea"/>
                        <a:cs typeface="+mn-cs"/>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852312891"/>
                  </a:ext>
                </a:extLst>
              </a:tr>
              <a:tr h="288695">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000" b="0" kern="1200" dirty="0">
                        <a:solidFill>
                          <a:schemeClr val="bg2">
                            <a:lumMod val="25000"/>
                          </a:schemeClr>
                        </a:solidFill>
                        <a:latin typeface="+mj-ea"/>
                        <a:ea typeface="+mj-ea"/>
                        <a:cs typeface="+mn-cs"/>
                      </a:endParaRPr>
                    </a:p>
                  </a:txBody>
                  <a:tcPr marL="58652" marR="58652" marT="29326" marB="29326" anchor="ctr">
                    <a:lnL w="6350" cap="flat" cmpd="sng" algn="ctr">
                      <a:solidFill>
                        <a:schemeClr val="bg1">
                          <a:lumMod val="7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ctr"/>
                      <a:r>
                        <a:rPr lang="zh-CN" altLang="en-US" sz="1000" u="none" strike="noStrike" dirty="0">
                          <a:effectLst/>
                          <a:latin typeface="+mj-ea"/>
                          <a:ea typeface="+mj-ea"/>
                        </a:rPr>
                        <a:t>报告撰写、报告事宜沟通    </a:t>
                      </a:r>
                      <a:endParaRPr lang="zh-CN" altLang="en-US" sz="1000" b="0" i="0" u="none" strike="noStrike" dirty="0">
                        <a:solidFill>
                          <a:srgbClr val="000000"/>
                        </a:solidFill>
                        <a:effectLst/>
                        <a:latin typeface="+mj-ea"/>
                        <a:ea typeface="+mj-ea"/>
                      </a:endParaRPr>
                    </a:p>
                  </a:txBody>
                  <a:tcPr marL="45662" marR="3805" marT="3805"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sz="1000" b="0">
                        <a:latin typeface="+mj-ea"/>
                        <a:ea typeface="+mj-ea"/>
                      </a:endParaRPr>
                    </a:p>
                  </a:txBody>
                  <a:tcPr marL="58652" marR="58652" marT="29326" marB="29326"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endParaRPr lang="en-US" sz="1000" b="1" kern="1200">
                        <a:solidFill>
                          <a:schemeClr val="tx1"/>
                        </a:solidFill>
                        <a:latin typeface="+mj-ea"/>
                        <a:ea typeface="+mj-ea"/>
                        <a:cs typeface="+mn-cs"/>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dirty="0">
                        <a:latin typeface="+mj-ea"/>
                        <a:ea typeface="+mj-ea"/>
                      </a:endParaRPr>
                    </a:p>
                  </a:txBody>
                  <a:tcPr marL="58652" marR="58652" marT="29326" marB="29326"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a:txBody>
                    <a:bodyPr/>
                    <a:lstStyle/>
                    <a:p>
                      <a:endParaRPr lang="en-US" sz="1000" b="0" dirty="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a:txBody>
                    <a:bodyPr/>
                    <a:lstStyle/>
                    <a:p>
                      <a:endParaRPr lang="en-US" sz="1000" b="0">
                        <a:latin typeface="+mj-ea"/>
                        <a:ea typeface="+mj-ea"/>
                      </a:endParaRPr>
                    </a:p>
                  </a:txBody>
                  <a:tcPr marL="58652" marR="58652" marT="29326" marB="29326"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a:txBody>
                    <a:bodyPr/>
                    <a:lstStyle/>
                    <a:p>
                      <a:endParaRPr lang="en-US" sz="1000" b="0" dirty="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extLst>
                  <a:ext uri="{0D108BD9-81ED-4DB2-BD59-A6C34878D82A}">
                    <a16:rowId xmlns:a16="http://schemas.microsoft.com/office/drawing/2014/main" val="211631103"/>
                  </a:ext>
                </a:extLst>
              </a:tr>
              <a:tr h="288695">
                <a:tc vMerge="1">
                  <a:txBody>
                    <a:bodyPr/>
                    <a:lstStyle/>
                    <a:p>
                      <a:endParaRPr lang="en-GB"/>
                    </a:p>
                  </a:txBody>
                  <a:tcPr/>
                </a:tc>
                <a:tc>
                  <a:txBody>
                    <a:bodyPr/>
                    <a:lstStyle/>
                    <a:p>
                      <a:pPr algn="l" rtl="0" fontAlgn="ctr"/>
                      <a:r>
                        <a:rPr lang="zh-CN" altLang="en-US" sz="1000" b="0" i="0" u="none" strike="noStrike" dirty="0">
                          <a:solidFill>
                            <a:srgbClr val="000000"/>
                          </a:solidFill>
                          <a:effectLst/>
                          <a:latin typeface="+mj-ea"/>
                          <a:ea typeface="+mj-ea"/>
                        </a:rPr>
                        <a:t>获取管理声明书</a:t>
                      </a:r>
                    </a:p>
                  </a:txBody>
                  <a:tcPr marL="45662" marR="3805" marT="3805"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sz="1000" b="0" dirty="0">
                        <a:latin typeface="+mj-ea"/>
                        <a:ea typeface="+mj-ea"/>
                      </a:endParaRPr>
                    </a:p>
                  </a:txBody>
                  <a:tcPr marL="58652" marR="58652" marT="29326" marB="29326"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endParaRPr lang="en-US" sz="1000" b="1" kern="1200">
                        <a:solidFill>
                          <a:schemeClr val="tx1"/>
                        </a:solidFill>
                        <a:latin typeface="+mj-ea"/>
                        <a:ea typeface="+mj-ea"/>
                        <a:cs typeface="+mn-cs"/>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dirty="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a:txBody>
                    <a:bodyPr/>
                    <a:lstStyle/>
                    <a:p>
                      <a:endParaRPr lang="en-US" sz="1000" b="0" dirty="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extLst>
                  <a:ext uri="{0D108BD9-81ED-4DB2-BD59-A6C34878D82A}">
                    <a16:rowId xmlns:a16="http://schemas.microsoft.com/office/drawing/2014/main" val="2769367427"/>
                  </a:ext>
                </a:extLst>
              </a:tr>
              <a:tr h="288695">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b="1" kern="1200">
                        <a:solidFill>
                          <a:schemeClr val="bg2">
                            <a:lumMod val="25000"/>
                          </a:schemeClr>
                        </a:solidFill>
                        <a:latin typeface="宋体" panose="02010600030101010101" pitchFamily="2" charset="-122"/>
                        <a:ea typeface="宋体" panose="02010600030101010101" pitchFamily="2" charset="-122"/>
                        <a:cs typeface="+mn-cs"/>
                      </a:endParaRPr>
                    </a:p>
                  </a:txBody>
                  <a:tcPr>
                    <a:lnL w="6350" cap="flat" cmpd="sng" algn="ctr">
                      <a:solidFill>
                        <a:schemeClr val="bg1">
                          <a:lumMod val="7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85725" indent="0" algn="l" fontAlgn="b"/>
                      <a:r>
                        <a:rPr lang="zh-CN" altLang="en-US" sz="1000" b="0" i="0" u="none" strike="noStrike" dirty="0">
                          <a:solidFill>
                            <a:srgbClr val="000000"/>
                          </a:solidFill>
                          <a:effectLst/>
                          <a:latin typeface="+mj-ea"/>
                          <a:ea typeface="+mj-ea"/>
                        </a:rPr>
                        <a:t>出具签字盖章报告</a:t>
                      </a:r>
                      <a:endParaRPr lang="en-GB" sz="1000" b="0" i="0" u="none" strike="noStrike" dirty="0">
                        <a:solidFill>
                          <a:srgbClr val="000000"/>
                        </a:solidFill>
                        <a:effectLst/>
                        <a:latin typeface="+mj-ea"/>
                        <a:ea typeface="+mj-ea"/>
                      </a:endParaRPr>
                    </a:p>
                  </a:txBody>
                  <a:tcPr marL="3805" marR="3805" marT="3805"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sz="1000" b="0" dirty="0">
                        <a:latin typeface="+mj-ea"/>
                        <a:ea typeface="+mj-ea"/>
                      </a:endParaRPr>
                    </a:p>
                  </a:txBody>
                  <a:tcPr marL="58652" marR="58652" marT="29326" marB="29326"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dirty="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endParaRPr lang="en-US" sz="1000" b="1" kern="1200" dirty="0">
                        <a:solidFill>
                          <a:schemeClr val="tx1"/>
                        </a:solidFill>
                        <a:latin typeface="+mj-ea"/>
                        <a:ea typeface="+mj-ea"/>
                        <a:cs typeface="+mn-cs"/>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dirty="0">
                        <a:latin typeface="+mj-ea"/>
                        <a:ea typeface="+mj-ea"/>
                      </a:endParaRPr>
                    </a:p>
                  </a:txBody>
                  <a:tcPr marL="58652" marR="58652" marT="29326" marB="29326"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extLst>
                  <a:ext uri="{0D108BD9-81ED-4DB2-BD59-A6C34878D82A}">
                    <a16:rowId xmlns:a16="http://schemas.microsoft.com/office/drawing/2014/main" val="1639641841"/>
                  </a:ext>
                </a:extLst>
              </a:tr>
            </a:tbl>
          </a:graphicData>
        </a:graphic>
      </p:graphicFrame>
      <p:sp>
        <p:nvSpPr>
          <p:cNvPr id="18" name="Content Placeholder 5">
            <a:extLst>
              <a:ext uri="{FF2B5EF4-FFF2-40B4-BE49-F238E27FC236}">
                <a16:creationId xmlns:a16="http://schemas.microsoft.com/office/drawing/2014/main" id="{843D2C0C-D498-76A1-AF2C-31A2E58390B4}"/>
              </a:ext>
            </a:extLst>
          </p:cNvPr>
          <p:cNvSpPr txBox="1">
            <a:spLocks/>
          </p:cNvSpPr>
          <p:nvPr/>
        </p:nvSpPr>
        <p:spPr>
          <a:xfrm>
            <a:off x="484277" y="845724"/>
            <a:ext cx="10147560" cy="865878"/>
          </a:xfrm>
          <a:prstGeom prst="rect">
            <a:avLst/>
          </a:prstGeom>
        </p:spPr>
        <p:txBody>
          <a:bodyPr vert="horz" wrap="square" lIns="0" tIns="0" rIns="0" bIns="0" rtlCol="0">
            <a:spAutoFit/>
          </a:bodyPr>
          <a:lstStyle>
            <a:lvl1pPr marL="179388" indent="-179388" algn="l" defTabSz="914400" rtl="0" eaLnBrk="1" latinLnBrk="0" hangingPunct="1">
              <a:lnSpc>
                <a:spcPct val="90000"/>
              </a:lnSpc>
              <a:spcBef>
                <a:spcPts val="768"/>
              </a:spcBef>
              <a:spcAft>
                <a:spcPts val="0"/>
              </a:spcAft>
              <a:buFont typeface="Arial" panose="020B0604020202020204" pitchFamily="34" charset="0"/>
              <a:buChar char="•"/>
              <a:defRPr sz="1600" b="0" kern="1200">
                <a:solidFill>
                  <a:schemeClr val="tx1"/>
                </a:solidFill>
                <a:latin typeface="+mn-lt"/>
                <a:ea typeface="+mn-ea"/>
                <a:cs typeface="+mn-cs"/>
              </a:defRPr>
            </a:lvl1pPr>
            <a:lvl2pPr marL="378000" indent="-180000" algn="l" defTabSz="914400" rtl="0" eaLnBrk="1" latinLnBrk="0" hangingPunct="1">
              <a:lnSpc>
                <a:spcPct val="90000"/>
              </a:lnSpc>
              <a:spcBef>
                <a:spcPts val="600"/>
              </a:spcBef>
              <a:buFont typeface="Arial" panose="020B0604020202020204" pitchFamily="34" charset="0"/>
              <a:buChar char="–"/>
              <a:defRPr sz="1400" b="0" kern="1200">
                <a:solidFill>
                  <a:schemeClr val="tx1"/>
                </a:solidFill>
                <a:latin typeface="+mn-lt"/>
                <a:ea typeface="+mn-ea"/>
                <a:cs typeface="+mn-cs"/>
              </a:defRPr>
            </a:lvl2pPr>
            <a:lvl3pPr marL="558000" indent="-179388" algn="l" defTabSz="914400" rtl="0" eaLnBrk="1" latinLnBrk="0" hangingPunct="1">
              <a:lnSpc>
                <a:spcPct val="100000"/>
              </a:lnSpc>
              <a:spcBef>
                <a:spcPts val="0"/>
              </a:spcBef>
              <a:buFont typeface="Arial" panose="020B0604020202020204" pitchFamily="34" charset="0"/>
              <a:buChar char="•"/>
              <a:defRPr sz="1400" b="0" kern="1200">
                <a:solidFill>
                  <a:schemeClr val="tx1"/>
                </a:solidFill>
                <a:latin typeface="+mn-lt"/>
                <a:ea typeface="+mn-ea"/>
                <a:cs typeface="+mn-cs"/>
              </a:defRPr>
            </a:lvl3pPr>
            <a:lvl4pPr marL="738000" indent="-179388" algn="l" defTabSz="914400" rtl="0" eaLnBrk="1" latinLnBrk="0" hangingPunct="1">
              <a:lnSpc>
                <a:spcPct val="100000"/>
              </a:lnSpc>
              <a:spcBef>
                <a:spcPts val="0"/>
              </a:spcBef>
              <a:buFont typeface="Arial" panose="020B0604020202020204" pitchFamily="34" charset="0"/>
              <a:buChar char="–"/>
              <a:defRPr sz="1400" b="0" kern="1200">
                <a:solidFill>
                  <a:schemeClr val="tx1"/>
                </a:solidFill>
                <a:latin typeface="+mn-lt"/>
                <a:ea typeface="+mn-ea"/>
                <a:cs typeface="+mn-cs"/>
              </a:defRPr>
            </a:lvl4pPr>
            <a:lvl5pPr marL="738000" indent="-179388" algn="l" defTabSz="914400" rtl="0" eaLnBrk="1" latinLnBrk="0" hangingPunct="1">
              <a:lnSpc>
                <a:spcPct val="100000"/>
              </a:lnSpc>
              <a:spcBef>
                <a:spcPts val="0"/>
              </a:spcBef>
              <a:buFont typeface="Arial" panose="020B0604020202020204" pitchFamily="34" charset="0"/>
              <a:buChar char="–"/>
              <a:tabLst/>
              <a:defRPr sz="1400" b="0" kern="1200">
                <a:solidFill>
                  <a:schemeClr val="tx1"/>
                </a:solidFill>
                <a:latin typeface="+mn-lt"/>
                <a:ea typeface="+mn-ea"/>
                <a:cs typeface="+mn-cs"/>
              </a:defRPr>
            </a:lvl5pPr>
            <a:lvl6pPr marL="717550" indent="-179388"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6pPr>
            <a:lvl7pPr marL="717550" indent="-179388"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1200" dirty="0">
                <a:solidFill>
                  <a:prstClr val="black"/>
                </a:solidFill>
                <a:latin typeface="Arial"/>
                <a:ea typeface="华文楷体" panose="02010600040101010101" pitchFamily="2" charset="-122"/>
              </a:rPr>
              <a:t>考虑到立项时间，建议：</a:t>
            </a:r>
            <a:endParaRPr lang="en-US" altLang="zh-CN" sz="1200" dirty="0">
              <a:solidFill>
                <a:prstClr val="black"/>
              </a:solidFill>
              <a:latin typeface="Arial"/>
              <a:ea typeface="华文楷体" panose="02010600040101010101" pitchFamily="2" charset="-122"/>
            </a:endParaRPr>
          </a:p>
          <a:p>
            <a:pPr marL="426600" lvl="1" indent="-228600">
              <a:buFont typeface="+mj-lt"/>
              <a:buAutoNum type="arabicParenR"/>
            </a:pPr>
            <a:r>
              <a:rPr lang="zh-CN" altLang="en-US" sz="1000" dirty="0">
                <a:solidFill>
                  <a:prstClr val="black"/>
                </a:solidFill>
                <a:latin typeface="Arial"/>
                <a:ea typeface="华文楷体" panose="02010600040101010101" pitchFamily="2" charset="-122"/>
              </a:rPr>
              <a:t>以</a:t>
            </a:r>
            <a:r>
              <a:rPr lang="en-US" altLang="zh-CN" sz="1000" dirty="0">
                <a:solidFill>
                  <a:prstClr val="black"/>
                </a:solidFill>
                <a:latin typeface="Arial"/>
                <a:ea typeface="华文楷体" panose="02010600040101010101" pitchFamily="2" charset="-122"/>
              </a:rPr>
              <a:t>2026</a:t>
            </a:r>
            <a:r>
              <a:rPr lang="zh-CN" altLang="en-US" sz="1000" dirty="0">
                <a:solidFill>
                  <a:prstClr val="black"/>
                </a:solidFill>
                <a:latin typeface="Arial"/>
                <a:ea typeface="华文楷体" panose="02010600040101010101" pitchFamily="2" charset="-122"/>
              </a:rPr>
              <a:t>年</a:t>
            </a:r>
            <a:r>
              <a:rPr lang="en-US" altLang="zh-CN" sz="1000" dirty="0">
                <a:solidFill>
                  <a:prstClr val="black"/>
                </a:solidFill>
                <a:latin typeface="Arial"/>
                <a:ea typeface="华文楷体" panose="02010600040101010101" pitchFamily="2" charset="-122"/>
              </a:rPr>
              <a:t>9</a:t>
            </a:r>
            <a:r>
              <a:rPr lang="zh-CN" altLang="en-US" sz="1000" dirty="0">
                <a:solidFill>
                  <a:prstClr val="black"/>
                </a:solidFill>
                <a:latin typeface="Arial"/>
                <a:ea typeface="华文楷体" panose="02010600040101010101" pitchFamily="2" charset="-122"/>
              </a:rPr>
              <a:t>月</a:t>
            </a:r>
            <a:r>
              <a:rPr lang="en-US" altLang="zh-CN" sz="1000" dirty="0">
                <a:solidFill>
                  <a:prstClr val="black"/>
                </a:solidFill>
                <a:latin typeface="Arial"/>
                <a:ea typeface="华文楷体" panose="02010600040101010101" pitchFamily="2" charset="-122"/>
              </a:rPr>
              <a:t>30</a:t>
            </a:r>
            <a:r>
              <a:rPr lang="zh-CN" altLang="en-US" sz="1000" dirty="0">
                <a:solidFill>
                  <a:prstClr val="black"/>
                </a:solidFill>
                <a:latin typeface="Arial"/>
                <a:ea typeface="华文楷体" panose="02010600040101010101" pitchFamily="2" charset="-122"/>
              </a:rPr>
              <a:t>日作首次时点测试</a:t>
            </a:r>
            <a:endParaRPr lang="en-US" altLang="zh-CN" sz="1000" dirty="0">
              <a:solidFill>
                <a:prstClr val="black"/>
              </a:solidFill>
              <a:latin typeface="Arial"/>
              <a:ea typeface="华文楷体" panose="02010600040101010101" pitchFamily="2" charset="-122"/>
            </a:endParaRPr>
          </a:p>
          <a:p>
            <a:pPr marL="426600" lvl="1" indent="-228600">
              <a:buFont typeface="+mj-lt"/>
              <a:buAutoNum type="arabicParenR"/>
            </a:pPr>
            <a:r>
              <a:rPr lang="zh-CN" altLang="en-US" sz="1000" dirty="0">
                <a:solidFill>
                  <a:prstClr val="black"/>
                </a:solidFill>
                <a:latin typeface="Arial"/>
                <a:ea typeface="华文楷体" panose="02010600040101010101" pitchFamily="2" charset="-122"/>
              </a:rPr>
              <a:t>完成</a:t>
            </a:r>
            <a:r>
              <a:rPr lang="en-US" altLang="zh-CN" sz="1000" dirty="0">
                <a:solidFill>
                  <a:prstClr val="black"/>
                </a:solidFill>
                <a:latin typeface="Arial"/>
                <a:ea typeface="华文楷体" panose="02010600040101010101" pitchFamily="2" charset="-122"/>
              </a:rPr>
              <a:t>2026</a:t>
            </a:r>
            <a:r>
              <a:rPr lang="zh-CN" altLang="en-US" sz="1000" dirty="0">
                <a:solidFill>
                  <a:prstClr val="black"/>
                </a:solidFill>
                <a:latin typeface="Arial"/>
                <a:ea typeface="华文楷体" panose="02010600040101010101" pitchFamily="2" charset="-122"/>
              </a:rPr>
              <a:t>年</a:t>
            </a:r>
            <a:r>
              <a:rPr lang="en-US" altLang="zh-CN" sz="1000" dirty="0">
                <a:solidFill>
                  <a:prstClr val="black"/>
                </a:solidFill>
                <a:latin typeface="Arial"/>
                <a:ea typeface="华文楷体" panose="02010600040101010101" pitchFamily="2" charset="-122"/>
              </a:rPr>
              <a:t>9</a:t>
            </a:r>
            <a:r>
              <a:rPr lang="zh-CN" altLang="en-US" sz="1000" dirty="0">
                <a:solidFill>
                  <a:prstClr val="black"/>
                </a:solidFill>
                <a:latin typeface="Arial"/>
                <a:ea typeface="华文楷体" panose="02010600040101010101" pitchFamily="2" charset="-122"/>
              </a:rPr>
              <a:t>月</a:t>
            </a:r>
            <a:r>
              <a:rPr lang="en-US" altLang="zh-CN" sz="1000" dirty="0">
                <a:solidFill>
                  <a:prstClr val="black"/>
                </a:solidFill>
                <a:latin typeface="Arial"/>
                <a:ea typeface="华文楷体" panose="02010600040101010101" pitchFamily="2" charset="-122"/>
              </a:rPr>
              <a:t>30</a:t>
            </a:r>
            <a:r>
              <a:rPr lang="zh-CN" altLang="en-US" sz="1000" dirty="0">
                <a:solidFill>
                  <a:prstClr val="black"/>
                </a:solidFill>
                <a:latin typeface="Arial"/>
                <a:ea typeface="华文楷体" panose="02010600040101010101" pitchFamily="2" charset="-122"/>
              </a:rPr>
              <a:t>日至</a:t>
            </a:r>
            <a:r>
              <a:rPr lang="en-US" altLang="zh-CN" sz="1000" dirty="0">
                <a:solidFill>
                  <a:prstClr val="black"/>
                </a:solidFill>
                <a:latin typeface="Arial"/>
                <a:ea typeface="华文楷体" panose="02010600040101010101" pitchFamily="2" charset="-122"/>
              </a:rPr>
              <a:t>2026</a:t>
            </a:r>
            <a:r>
              <a:rPr lang="zh-CN" altLang="en-US" sz="1000" dirty="0">
                <a:solidFill>
                  <a:prstClr val="black"/>
                </a:solidFill>
                <a:latin typeface="Arial"/>
                <a:ea typeface="华文楷体" panose="02010600040101010101" pitchFamily="2" charset="-122"/>
              </a:rPr>
              <a:t>年</a:t>
            </a:r>
            <a:r>
              <a:rPr lang="en-US" altLang="zh-CN" sz="1000" dirty="0">
                <a:solidFill>
                  <a:prstClr val="black"/>
                </a:solidFill>
                <a:latin typeface="Arial"/>
                <a:ea typeface="华文楷体" panose="02010600040101010101" pitchFamily="2" charset="-122"/>
              </a:rPr>
              <a:t>12</a:t>
            </a:r>
            <a:r>
              <a:rPr lang="zh-CN" altLang="en-US" sz="1000" dirty="0">
                <a:solidFill>
                  <a:prstClr val="black"/>
                </a:solidFill>
                <a:latin typeface="Arial"/>
                <a:ea typeface="华文楷体" panose="02010600040101010101" pitchFamily="2" charset="-122"/>
              </a:rPr>
              <a:t>月</a:t>
            </a:r>
            <a:r>
              <a:rPr lang="en-US" altLang="zh-CN" sz="1000" dirty="0">
                <a:solidFill>
                  <a:prstClr val="black"/>
                </a:solidFill>
                <a:latin typeface="Arial"/>
                <a:ea typeface="华文楷体" panose="02010600040101010101" pitchFamily="2" charset="-122"/>
              </a:rPr>
              <a:t>31</a:t>
            </a:r>
            <a:r>
              <a:rPr lang="zh-CN" altLang="en-US" sz="1000" dirty="0">
                <a:solidFill>
                  <a:prstClr val="black"/>
                </a:solidFill>
                <a:latin typeface="Arial"/>
                <a:ea typeface="华文楷体" panose="02010600040101010101" pitchFamily="2" charset="-122"/>
              </a:rPr>
              <a:t>日的首次区间测试</a:t>
            </a:r>
            <a:endParaRPr lang="en-US" altLang="zh-CN" sz="1000" dirty="0">
              <a:solidFill>
                <a:prstClr val="black"/>
              </a:solidFill>
              <a:latin typeface="Arial"/>
              <a:ea typeface="华文楷体" panose="02010600040101010101" pitchFamily="2" charset="-122"/>
            </a:endParaRPr>
          </a:p>
          <a:p>
            <a:r>
              <a:rPr lang="zh-CN" altLang="en-US" sz="1200" dirty="0">
                <a:solidFill>
                  <a:prstClr val="black"/>
                </a:solidFill>
                <a:latin typeface="Arial"/>
                <a:ea typeface="华文楷体" panose="02010600040101010101" pitchFamily="2" charset="-122"/>
              </a:rPr>
              <a:t>时点测试时间样表：</a:t>
            </a:r>
            <a:endParaRPr lang="en-US" altLang="zh-CN" sz="1200" dirty="0">
              <a:solidFill>
                <a:prstClr val="black"/>
              </a:solidFill>
              <a:latin typeface="Arial"/>
              <a:ea typeface="华文楷体" panose="02010600040101010101" pitchFamily="2" charset="-122"/>
            </a:endParaRPr>
          </a:p>
        </p:txBody>
      </p:sp>
      <p:sp>
        <p:nvSpPr>
          <p:cNvPr id="19" name="Rectangle 28">
            <a:extLst>
              <a:ext uri="{FF2B5EF4-FFF2-40B4-BE49-F238E27FC236}">
                <a16:creationId xmlns:a16="http://schemas.microsoft.com/office/drawing/2014/main" id="{DAA5F1EB-110B-F006-61D0-6AADB9FAE4A3}"/>
              </a:ext>
            </a:extLst>
          </p:cNvPr>
          <p:cNvSpPr/>
          <p:nvPr/>
        </p:nvSpPr>
        <p:spPr bwMode="ltGray">
          <a:xfrm>
            <a:off x="10752843" y="1203958"/>
            <a:ext cx="245960" cy="115457"/>
          </a:xfrm>
          <a:prstGeom prst="rect">
            <a:avLst/>
          </a:prstGeom>
          <a:solidFill>
            <a:schemeClr val="bg1">
              <a:lumMod val="50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86496" rtl="0" eaLnBrk="1" fontAlgn="auto" latinLnBrk="0" hangingPunct="1">
              <a:lnSpc>
                <a:spcPct val="100000"/>
              </a:lnSpc>
              <a:spcBef>
                <a:spcPts val="0"/>
              </a:spcBef>
              <a:spcAft>
                <a:spcPts val="0"/>
              </a:spcAft>
              <a:buClrTx/>
              <a:buSzTx/>
              <a:buFontTx/>
              <a:buNone/>
              <a:tabLst/>
              <a:defRPr/>
            </a:pPr>
            <a:endParaRPr kumimoji="0" lang="en-GB" sz="1155" b="0" i="0" u="none" strike="noStrike" kern="1200" cap="none" spc="0" normalizeH="0" baseline="0" noProof="0" err="1">
              <a:ln>
                <a:noFill/>
              </a:ln>
              <a:solidFill>
                <a:srgbClr val="FFFFFF"/>
              </a:solidFill>
              <a:effectLst/>
              <a:uLnTx/>
              <a:uFillTx/>
              <a:latin typeface="Georgia" pitchFamily="18" charset="0"/>
              <a:ea typeface="宋体"/>
              <a:cs typeface="+mn-cs"/>
            </a:endParaRPr>
          </a:p>
        </p:txBody>
      </p:sp>
      <p:sp>
        <p:nvSpPr>
          <p:cNvPr id="20" name="TextBox 29">
            <a:extLst>
              <a:ext uri="{FF2B5EF4-FFF2-40B4-BE49-F238E27FC236}">
                <a16:creationId xmlns:a16="http://schemas.microsoft.com/office/drawing/2014/main" id="{C5F663AB-CA35-7EA7-4572-2EB9487977C1}"/>
              </a:ext>
            </a:extLst>
          </p:cNvPr>
          <p:cNvSpPr txBox="1"/>
          <p:nvPr/>
        </p:nvSpPr>
        <p:spPr>
          <a:xfrm>
            <a:off x="11061166" y="1172001"/>
            <a:ext cx="646557" cy="179369"/>
          </a:xfrm>
          <a:prstGeom prst="rect">
            <a:avLst/>
          </a:prstGeom>
          <a:noFill/>
        </p:spPr>
        <p:txBody>
          <a:bodyPr wrap="square" lIns="0" tIns="0" rIns="0" bIns="0" rtlCol="0">
            <a:noAutofit/>
          </a:bodyPr>
          <a:lstStyle/>
          <a:p>
            <a:pPr marL="0" marR="0" lvl="0" indent="-175949" algn="l" defTabSz="586496" rtl="0" eaLnBrk="1" fontAlgn="auto" latinLnBrk="0" hangingPunct="1">
              <a:lnSpc>
                <a:spcPct val="100000"/>
              </a:lnSpc>
              <a:spcBef>
                <a:spcPts val="0"/>
              </a:spcBef>
              <a:spcAft>
                <a:spcPts val="577"/>
              </a:spcAft>
              <a:buClrTx/>
              <a:buSzTx/>
              <a:buFontTx/>
              <a:buNone/>
              <a:tabLst/>
              <a:defRPr/>
            </a:pPr>
            <a:r>
              <a:rPr kumimoji="0" lang="zh-CN" altLang="en-US" sz="1000" b="0" i="0" u="none" strike="noStrike" kern="1200" cap="none" spc="0" normalizeH="0" baseline="0" noProof="0" dirty="0">
                <a:ln>
                  <a:noFill/>
                </a:ln>
                <a:solidFill>
                  <a:srgbClr val="000000"/>
                </a:solidFill>
                <a:effectLst/>
                <a:uLnTx/>
                <a:uFillTx/>
                <a:latin typeface="楷体"/>
                <a:ea typeface="楷体"/>
                <a:cs typeface="+mn-cs"/>
              </a:rPr>
              <a:t>贵司牵头</a:t>
            </a:r>
            <a:endParaRPr kumimoji="0" lang="en-GB" sz="1000" b="0" i="0" u="none" strike="noStrike" kern="1200" cap="none" spc="0" normalizeH="0" baseline="0" noProof="0" dirty="0">
              <a:ln>
                <a:noFill/>
              </a:ln>
              <a:solidFill>
                <a:srgbClr val="000000"/>
              </a:solidFill>
              <a:effectLst/>
              <a:uLnTx/>
              <a:uFillTx/>
              <a:latin typeface="楷体"/>
              <a:ea typeface="楷体"/>
              <a:cs typeface="+mn-cs"/>
            </a:endParaRPr>
          </a:p>
        </p:txBody>
      </p:sp>
      <p:sp>
        <p:nvSpPr>
          <p:cNvPr id="22" name="Rectangle 30">
            <a:extLst>
              <a:ext uri="{FF2B5EF4-FFF2-40B4-BE49-F238E27FC236}">
                <a16:creationId xmlns:a16="http://schemas.microsoft.com/office/drawing/2014/main" id="{67846739-B676-42EC-F956-B1EF8E45B0D8}"/>
              </a:ext>
            </a:extLst>
          </p:cNvPr>
          <p:cNvSpPr/>
          <p:nvPr/>
        </p:nvSpPr>
        <p:spPr bwMode="ltGray">
          <a:xfrm>
            <a:off x="10752843" y="1029074"/>
            <a:ext cx="245960" cy="115457"/>
          </a:xfrm>
          <a:prstGeom prst="rect">
            <a:avLst/>
          </a:prstGeom>
          <a:solidFill>
            <a:schemeClr val="bg2">
              <a:lumMod val="50000"/>
            </a:schemeClr>
          </a:solidFill>
          <a:ln w="3175">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86496" rtl="0" eaLnBrk="1" fontAlgn="auto" latinLnBrk="0" hangingPunct="1">
              <a:lnSpc>
                <a:spcPct val="100000"/>
              </a:lnSpc>
              <a:spcBef>
                <a:spcPts val="0"/>
              </a:spcBef>
              <a:spcAft>
                <a:spcPts val="0"/>
              </a:spcAft>
              <a:buClrTx/>
              <a:buSzTx/>
              <a:buFontTx/>
              <a:buNone/>
              <a:tabLst/>
              <a:defRPr/>
            </a:pPr>
            <a:endParaRPr kumimoji="0" lang="en-GB" sz="1155" b="0" i="0" u="none" strike="noStrike" kern="1200" cap="none" spc="0" normalizeH="0" baseline="0" noProof="0" err="1">
              <a:ln>
                <a:noFill/>
              </a:ln>
              <a:solidFill>
                <a:srgbClr val="FFFFFF"/>
              </a:solidFill>
              <a:effectLst/>
              <a:uLnTx/>
              <a:uFillTx/>
              <a:latin typeface="Georgia" pitchFamily="18" charset="0"/>
              <a:ea typeface="宋体"/>
              <a:cs typeface="+mn-cs"/>
            </a:endParaRPr>
          </a:p>
        </p:txBody>
      </p:sp>
      <p:sp>
        <p:nvSpPr>
          <p:cNvPr id="24" name="TextBox 31">
            <a:extLst>
              <a:ext uri="{FF2B5EF4-FFF2-40B4-BE49-F238E27FC236}">
                <a16:creationId xmlns:a16="http://schemas.microsoft.com/office/drawing/2014/main" id="{303E80C4-1D24-B9B8-4A71-794160157CFE}"/>
              </a:ext>
            </a:extLst>
          </p:cNvPr>
          <p:cNvSpPr txBox="1"/>
          <p:nvPr/>
        </p:nvSpPr>
        <p:spPr>
          <a:xfrm>
            <a:off x="10998803" y="1003062"/>
            <a:ext cx="646557" cy="179369"/>
          </a:xfrm>
          <a:prstGeom prst="rect">
            <a:avLst/>
          </a:prstGeom>
          <a:noFill/>
        </p:spPr>
        <p:txBody>
          <a:bodyPr wrap="square" lIns="0" tIns="0" rIns="0" bIns="0" rtlCol="0">
            <a:noAutofit/>
          </a:bodyPr>
          <a:lstStyle/>
          <a:p>
            <a:pPr marL="0" marR="0" lvl="0" indent="-175949" algn="l" defTabSz="586496" rtl="0" eaLnBrk="1" fontAlgn="auto" latinLnBrk="0" hangingPunct="1">
              <a:lnSpc>
                <a:spcPct val="100000"/>
              </a:lnSpc>
              <a:spcBef>
                <a:spcPts val="0"/>
              </a:spcBef>
              <a:spcAft>
                <a:spcPts val="577"/>
              </a:spcAft>
              <a:buClrTx/>
              <a:buSzTx/>
              <a:buFontTx/>
              <a:buNone/>
              <a:tabLst/>
              <a:defRPr/>
            </a:pPr>
            <a:r>
              <a:rPr kumimoji="0" lang="zh-CN" altLang="en-US" sz="1000" b="0" i="0" u="none" strike="noStrike" kern="1200" cap="none" spc="0" normalizeH="0" baseline="0" noProof="0" dirty="0">
                <a:ln>
                  <a:noFill/>
                </a:ln>
                <a:solidFill>
                  <a:srgbClr val="000000"/>
                </a:solidFill>
                <a:effectLst/>
                <a:uLnTx/>
                <a:uFillTx/>
                <a:latin typeface="楷体"/>
                <a:ea typeface="楷体"/>
                <a:cs typeface="+mn-cs"/>
              </a:rPr>
              <a:t> 容诚开展</a:t>
            </a:r>
            <a:endParaRPr kumimoji="0" lang="en-GB" sz="1000" b="0" i="0" u="none" strike="noStrike" kern="1200" cap="none" spc="0" normalizeH="0" baseline="0" noProof="0" dirty="0">
              <a:ln>
                <a:noFill/>
              </a:ln>
              <a:solidFill>
                <a:srgbClr val="000000"/>
              </a:solidFill>
              <a:effectLst/>
              <a:uLnTx/>
              <a:uFillTx/>
              <a:latin typeface="楷体"/>
              <a:ea typeface="楷体"/>
              <a:cs typeface="+mn-cs"/>
            </a:endParaRPr>
          </a:p>
        </p:txBody>
      </p:sp>
      <p:grpSp>
        <p:nvGrpSpPr>
          <p:cNvPr id="2" name="组合 1">
            <a:extLst>
              <a:ext uri="{FF2B5EF4-FFF2-40B4-BE49-F238E27FC236}">
                <a16:creationId xmlns:a16="http://schemas.microsoft.com/office/drawing/2014/main" id="{60CBF4FA-0FA9-BD07-F451-75DC07497AC3}"/>
              </a:ext>
            </a:extLst>
          </p:cNvPr>
          <p:cNvGrpSpPr/>
          <p:nvPr/>
        </p:nvGrpSpPr>
        <p:grpSpPr>
          <a:xfrm>
            <a:off x="0" y="432377"/>
            <a:ext cx="407988" cy="248569"/>
            <a:chOff x="1542824" y="1640663"/>
            <a:chExt cx="817198" cy="273425"/>
          </a:xfrm>
        </p:grpSpPr>
        <p:sp>
          <p:nvSpPr>
            <p:cNvPr id="5" name="矩形 2">
              <a:extLst>
                <a:ext uri="{FF2B5EF4-FFF2-40B4-BE49-F238E27FC236}">
                  <a16:creationId xmlns:a16="http://schemas.microsoft.com/office/drawing/2014/main" id="{C9A6B278-A9C2-3AC2-20B7-9024B43BC54D}"/>
                </a:ext>
              </a:extLst>
            </p:cNvPr>
            <p:cNvSpPr/>
            <p:nvPr/>
          </p:nvSpPr>
          <p:spPr>
            <a:xfrm>
              <a:off x="1542824" y="1640663"/>
              <a:ext cx="62535" cy="273425"/>
            </a:xfrm>
            <a:prstGeom prst="rect">
              <a:avLst/>
            </a:prstGeom>
            <a:solidFill>
              <a:srgbClr val="8D8D8E"/>
            </a:solidFill>
            <a:ln>
              <a:noFill/>
            </a:ln>
          </p:spPr>
          <p:style>
            <a:lnRef idx="0">
              <a:schemeClr val="accent1"/>
            </a:lnRef>
            <a:fillRef idx="1">
              <a:schemeClr val="accent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white"/>
                </a:solidFill>
                <a:effectLst/>
                <a:uLnTx/>
                <a:uFillTx/>
                <a:latin typeface="Arial"/>
                <a:ea typeface="楷体"/>
                <a:cs typeface="+mn-cs"/>
              </a:endParaRPr>
            </a:p>
          </p:txBody>
        </p:sp>
        <p:sp>
          <p:nvSpPr>
            <p:cNvPr id="7" name="矩形 4">
              <a:extLst>
                <a:ext uri="{FF2B5EF4-FFF2-40B4-BE49-F238E27FC236}">
                  <a16:creationId xmlns:a16="http://schemas.microsoft.com/office/drawing/2014/main" id="{5381C784-5610-B55A-9127-8EE5DEBA4AF4}"/>
                </a:ext>
              </a:extLst>
            </p:cNvPr>
            <p:cNvSpPr/>
            <p:nvPr/>
          </p:nvSpPr>
          <p:spPr>
            <a:xfrm>
              <a:off x="1634970" y="1640663"/>
              <a:ext cx="165462" cy="273425"/>
            </a:xfrm>
            <a:prstGeom prst="rect">
              <a:avLst/>
            </a:prstGeom>
            <a:solidFill>
              <a:srgbClr val="45B035"/>
            </a:solidFill>
            <a:ln>
              <a:noFill/>
            </a:ln>
          </p:spPr>
          <p:style>
            <a:lnRef idx="0">
              <a:schemeClr val="accent1"/>
            </a:lnRef>
            <a:fillRef idx="1">
              <a:schemeClr val="accent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white"/>
                </a:solidFill>
                <a:effectLst/>
                <a:uLnTx/>
                <a:uFillTx/>
                <a:latin typeface="Arial"/>
                <a:ea typeface="楷体"/>
                <a:cs typeface="+mn-cs"/>
              </a:endParaRPr>
            </a:p>
          </p:txBody>
        </p:sp>
        <p:sp>
          <p:nvSpPr>
            <p:cNvPr id="8" name="矩形 5">
              <a:extLst>
                <a:ext uri="{FF2B5EF4-FFF2-40B4-BE49-F238E27FC236}">
                  <a16:creationId xmlns:a16="http://schemas.microsoft.com/office/drawing/2014/main" id="{18EE6165-E84D-C471-C536-E312B0438B0F}"/>
                </a:ext>
              </a:extLst>
            </p:cNvPr>
            <p:cNvSpPr/>
            <p:nvPr/>
          </p:nvSpPr>
          <p:spPr>
            <a:xfrm>
              <a:off x="1840547" y="1640663"/>
              <a:ext cx="519475" cy="273425"/>
            </a:xfrm>
            <a:prstGeom prst="rect">
              <a:avLst/>
            </a:prstGeom>
            <a:solidFill>
              <a:srgbClr val="00A3DF"/>
            </a:solidFill>
            <a:ln>
              <a:noFill/>
            </a:ln>
          </p:spPr>
          <p:style>
            <a:lnRef idx="0">
              <a:schemeClr val="accent1"/>
            </a:lnRef>
            <a:fillRef idx="1">
              <a:schemeClr val="accent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white"/>
                </a:solidFill>
                <a:effectLst/>
                <a:uLnTx/>
                <a:uFillTx/>
                <a:latin typeface="Arial"/>
                <a:ea typeface="楷体"/>
                <a:cs typeface="+mn-cs"/>
              </a:endParaRPr>
            </a:p>
          </p:txBody>
        </p:sp>
      </p:grpSp>
    </p:spTree>
    <p:extLst>
      <p:ext uri="{BB962C8B-B14F-4D97-AF65-F5344CB8AC3E}">
        <p14:creationId xmlns:p14="http://schemas.microsoft.com/office/powerpoint/2010/main" val="21567082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A8CBF-3E8F-A424-206D-31E85A35E6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EAB237-80A5-53B5-4928-C584A319CF20}"/>
              </a:ext>
            </a:extLst>
          </p:cNvPr>
          <p:cNvSpPr>
            <a:spLocks noGrp="1"/>
          </p:cNvSpPr>
          <p:nvPr>
            <p:ph type="title"/>
          </p:nvPr>
        </p:nvSpPr>
        <p:spPr/>
        <p:txBody>
          <a:bodyPr/>
          <a:lstStyle/>
          <a:p>
            <a:r>
              <a:rPr lang="zh-CN" altLang="en-US" dirty="0"/>
              <a:t>估值内控鉴证</a:t>
            </a:r>
            <a:r>
              <a:rPr lang="en-US" altLang="zh-CN" dirty="0"/>
              <a:t>——</a:t>
            </a:r>
            <a:r>
              <a:rPr lang="zh-CN" altLang="en-US" dirty="0"/>
              <a:t>内控标准</a:t>
            </a:r>
            <a:endParaRPr lang="en-US" dirty="0"/>
          </a:p>
        </p:txBody>
      </p:sp>
      <p:sp>
        <p:nvSpPr>
          <p:cNvPr id="3" name="Content Placeholder 2">
            <a:extLst>
              <a:ext uri="{FF2B5EF4-FFF2-40B4-BE49-F238E27FC236}">
                <a16:creationId xmlns:a16="http://schemas.microsoft.com/office/drawing/2014/main" id="{82AB8C8A-D06E-5DE2-ADFF-F1DC6C3F4076}"/>
              </a:ext>
            </a:extLst>
          </p:cNvPr>
          <p:cNvSpPr>
            <a:spLocks noGrp="1"/>
          </p:cNvSpPr>
          <p:nvPr>
            <p:ph idx="1"/>
          </p:nvPr>
        </p:nvSpPr>
        <p:spPr/>
        <p:txBody>
          <a:bodyPr>
            <a:normAutofit/>
          </a:bodyPr>
          <a:lstStyle/>
          <a:p>
            <a:r>
              <a:rPr lang="zh-CN" altLang="en-US" sz="2000" dirty="0"/>
              <a:t>建议：</a:t>
            </a:r>
            <a:endParaRPr lang="en-US" altLang="zh-CN" sz="2000" dirty="0"/>
          </a:p>
          <a:p>
            <a:pPr lvl="1"/>
            <a:r>
              <a:rPr lang="zh-CN" altLang="en-US" sz="1600" dirty="0"/>
              <a:t>报告以遵循</a:t>
            </a:r>
            <a:r>
              <a:rPr lang="en-US" altLang="zh-CN" sz="1600" dirty="0"/>
              <a:t>《</a:t>
            </a:r>
            <a:r>
              <a:rPr lang="zh-CN" altLang="en-US" sz="1600" dirty="0"/>
              <a:t>国际评估准则</a:t>
            </a:r>
            <a:r>
              <a:rPr lang="en-US" altLang="zh-CN" sz="1600" dirty="0"/>
              <a:t>》</a:t>
            </a:r>
            <a:r>
              <a:rPr lang="zh-CN" altLang="en-US" sz="1600" dirty="0"/>
              <a:t>金融工具篇为鉴证标准</a:t>
            </a:r>
            <a:endParaRPr lang="en-US" altLang="zh-CN" sz="1600" dirty="0"/>
          </a:p>
          <a:p>
            <a:pPr lvl="1"/>
            <a:r>
              <a:rPr lang="zh-CN" altLang="en-US" sz="1600" dirty="0"/>
              <a:t>测试工作实质符合</a:t>
            </a:r>
            <a:r>
              <a:rPr lang="en-US" altLang="zh-CN" sz="1600" dirty="0"/>
              <a:t>《</a:t>
            </a:r>
            <a:r>
              <a:rPr lang="zh-CN" altLang="en-US" sz="1600" dirty="0"/>
              <a:t>银行间债券市场债券估值业务管理办法</a:t>
            </a:r>
            <a:r>
              <a:rPr lang="en-US" altLang="zh-CN" sz="1600" dirty="0"/>
              <a:t>》</a:t>
            </a:r>
            <a:r>
              <a:rPr lang="zh-CN" altLang="en-US" sz="1600" dirty="0"/>
              <a:t> 和</a:t>
            </a:r>
            <a:r>
              <a:rPr lang="en-US" altLang="zh-CN" sz="1600" dirty="0"/>
              <a:t>《</a:t>
            </a:r>
            <a:r>
              <a:rPr lang="zh-CN" altLang="en-US" sz="1600" dirty="0"/>
              <a:t>银行间债券市场债券估值业务自律指引（试行）</a:t>
            </a:r>
            <a:r>
              <a:rPr lang="en-US" altLang="zh-CN" sz="1600" dirty="0"/>
              <a:t>》</a:t>
            </a:r>
            <a:r>
              <a:rPr lang="zh-CN" altLang="en-US" sz="1600" dirty="0"/>
              <a:t>的要求</a:t>
            </a:r>
            <a:endParaRPr lang="en-US" altLang="zh-CN" sz="1600" dirty="0"/>
          </a:p>
          <a:p>
            <a:r>
              <a:rPr lang="zh-CN" altLang="en-US" sz="2000" dirty="0"/>
              <a:t>原因：</a:t>
            </a:r>
            <a:endParaRPr lang="en-US" altLang="zh-CN" sz="2000" dirty="0"/>
          </a:p>
          <a:p>
            <a:pPr lvl="1"/>
            <a:r>
              <a:rPr lang="zh-CN" altLang="en-US" sz="1600" dirty="0"/>
              <a:t>参考指数业务</a:t>
            </a:r>
            <a:r>
              <a:rPr lang="en-US" altLang="zh-CN" sz="1600" dirty="0"/>
              <a:t>IOSCO</a:t>
            </a:r>
            <a:r>
              <a:rPr lang="zh-CN" altLang="en-US" sz="1600" dirty="0"/>
              <a:t>鉴证先例，鉴证内控工作标准可遵循“国际软法”</a:t>
            </a:r>
            <a:endParaRPr lang="en-US" altLang="zh-CN" sz="1600" dirty="0"/>
          </a:p>
          <a:p>
            <a:pPr lvl="2"/>
            <a:r>
              <a:rPr lang="zh-CN" altLang="en-US" sz="1200" dirty="0"/>
              <a:t>内容相适应</a:t>
            </a:r>
            <a:endParaRPr lang="en-US" altLang="zh-CN" sz="1200" dirty="0"/>
          </a:p>
          <a:p>
            <a:pPr lvl="3"/>
            <a:r>
              <a:rPr lang="zh-CN" altLang="en-US" sz="1000" dirty="0"/>
              <a:t>除</a:t>
            </a:r>
            <a:r>
              <a:rPr lang="en-US" altLang="zh-CN" sz="1000" dirty="0"/>
              <a:t>140-180</a:t>
            </a:r>
            <a:r>
              <a:rPr lang="zh-CN" altLang="en-US" sz="1000" dirty="0"/>
              <a:t>明确涉及估值内控工作外，</a:t>
            </a:r>
            <a:r>
              <a:rPr lang="en-US" altLang="zh-CN" sz="1000" dirty="0"/>
              <a:t>《</a:t>
            </a:r>
            <a:r>
              <a:rPr lang="zh-CN" altLang="en-US" sz="1000" dirty="0"/>
              <a:t>准则</a:t>
            </a:r>
            <a:r>
              <a:rPr lang="en-US" altLang="zh-CN" sz="1000" dirty="0"/>
              <a:t>》</a:t>
            </a:r>
            <a:r>
              <a:rPr lang="zh-CN" altLang="en-US" sz="1000" dirty="0"/>
              <a:t>还对估值的参数选择、模型搭建、模型文档、模型测试等提出了高阶要求</a:t>
            </a:r>
          </a:p>
          <a:p>
            <a:pPr lvl="3"/>
            <a:r>
              <a:rPr lang="zh-CN" altLang="en-US" sz="1000" dirty="0"/>
              <a:t>符合本次内控鉴证服务紧密结合估值专业技术的主旨</a:t>
            </a:r>
            <a:endParaRPr lang="en-US" altLang="zh-CN" sz="1000" dirty="0"/>
          </a:p>
          <a:p>
            <a:pPr lvl="2"/>
            <a:r>
              <a:rPr lang="zh-CN" altLang="en-US" sz="1200" dirty="0"/>
              <a:t>由具有影响力的国际组织编制</a:t>
            </a:r>
            <a:endParaRPr lang="en-US" altLang="zh-CN" sz="1200" dirty="0"/>
          </a:p>
          <a:p>
            <a:pPr lvl="3"/>
            <a:r>
              <a:rPr lang="zh-CN" altLang="en-US" sz="1000" dirty="0"/>
              <a:t>由国际评估准则理事会编制，</a:t>
            </a:r>
            <a:r>
              <a:rPr lang="en-US" altLang="zh-CN" sz="1000" dirty="0"/>
              <a:t>2025</a:t>
            </a:r>
            <a:r>
              <a:rPr lang="zh-CN" altLang="en-US" sz="1000" dirty="0"/>
              <a:t>年</a:t>
            </a:r>
            <a:r>
              <a:rPr lang="en-US" altLang="zh-CN" sz="1000" dirty="0"/>
              <a:t>1</a:t>
            </a:r>
            <a:r>
              <a:rPr lang="zh-CN" altLang="en-US" sz="1000" dirty="0"/>
              <a:t>月</a:t>
            </a:r>
            <a:r>
              <a:rPr lang="en-US" altLang="zh-CN" sz="1000" dirty="0"/>
              <a:t>1</a:t>
            </a:r>
            <a:r>
              <a:rPr lang="zh-CN" altLang="en-US" sz="1000" dirty="0"/>
              <a:t>日生效，与人行和</a:t>
            </a:r>
            <a:r>
              <a:rPr lang="en-US" altLang="zh-CN" sz="1000" dirty="0"/>
              <a:t>NAFMII</a:t>
            </a:r>
            <a:r>
              <a:rPr lang="zh-CN" altLang="en-US" sz="1000" dirty="0"/>
              <a:t>规则同期</a:t>
            </a:r>
            <a:endParaRPr lang="en-US" altLang="zh-CN" sz="1000" dirty="0"/>
          </a:p>
          <a:p>
            <a:pPr lvl="2"/>
            <a:r>
              <a:rPr lang="zh-CN" altLang="en-US" sz="1200" dirty="0"/>
              <a:t>被中国监管部门接纳，符合中国监管原则，但并非我国官方法规渊源</a:t>
            </a:r>
            <a:endParaRPr lang="en-US" altLang="zh-CN" sz="1200" dirty="0"/>
          </a:p>
          <a:p>
            <a:pPr lvl="3"/>
            <a:r>
              <a:rPr lang="zh-CN" altLang="en-US" sz="1000" dirty="0"/>
              <a:t>财政部主管的中评协出版</a:t>
            </a:r>
            <a:r>
              <a:rPr lang="en-US" altLang="zh-CN" sz="1000" dirty="0"/>
              <a:t>《</a:t>
            </a:r>
            <a:r>
              <a:rPr lang="zh-CN" altLang="en-US" sz="1000" dirty="0"/>
              <a:t>国际评估准则</a:t>
            </a:r>
            <a:r>
              <a:rPr lang="en-US" altLang="zh-CN" sz="1000" dirty="0"/>
              <a:t>》</a:t>
            </a:r>
            <a:r>
              <a:rPr lang="zh-CN" altLang="en-US" sz="1000" dirty="0"/>
              <a:t>中文版</a:t>
            </a:r>
            <a:endParaRPr lang="en-US" altLang="zh-CN" sz="1000" dirty="0"/>
          </a:p>
          <a:p>
            <a:pPr lvl="3"/>
            <a:r>
              <a:rPr lang="zh-CN" altLang="en-US" sz="1000" dirty="0"/>
              <a:t>但我国官方法规并未直接承认为正式渊源</a:t>
            </a:r>
            <a:endParaRPr lang="en-US" altLang="zh-CN" sz="1000" dirty="0"/>
          </a:p>
        </p:txBody>
      </p:sp>
    </p:spTree>
    <p:extLst>
      <p:ext uri="{BB962C8B-B14F-4D97-AF65-F5344CB8AC3E}">
        <p14:creationId xmlns:p14="http://schemas.microsoft.com/office/powerpoint/2010/main" val="11543725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B01E7-2386-09B8-35F8-6DC4F28D61C1}"/>
              </a:ext>
            </a:extLst>
          </p:cNvPr>
          <p:cNvSpPr>
            <a:spLocks noGrp="1"/>
          </p:cNvSpPr>
          <p:nvPr>
            <p:ph type="title"/>
          </p:nvPr>
        </p:nvSpPr>
        <p:spPr/>
        <p:txBody>
          <a:bodyPr/>
          <a:lstStyle/>
          <a:p>
            <a:r>
              <a:rPr lang="zh-CN" altLang="en-US" dirty="0"/>
              <a:t>估值内控鉴证</a:t>
            </a:r>
            <a:r>
              <a:rPr lang="en-US" altLang="zh-CN" dirty="0"/>
              <a:t>——《</a:t>
            </a:r>
            <a:r>
              <a:rPr lang="zh-CN" altLang="en-US" dirty="0"/>
              <a:t>国际评估准则</a:t>
            </a:r>
            <a:r>
              <a:rPr lang="en-US" altLang="zh-CN" dirty="0"/>
              <a:t>》</a:t>
            </a:r>
            <a:r>
              <a:rPr lang="zh-CN" altLang="en-US" dirty="0"/>
              <a:t>金融工具篇</a:t>
            </a:r>
            <a:endParaRPr lang="en-US" dirty="0"/>
          </a:p>
        </p:txBody>
      </p:sp>
      <p:pic>
        <p:nvPicPr>
          <p:cNvPr id="5" name="Content Placeholder 4">
            <a:extLst>
              <a:ext uri="{FF2B5EF4-FFF2-40B4-BE49-F238E27FC236}">
                <a16:creationId xmlns:a16="http://schemas.microsoft.com/office/drawing/2014/main" id="{ECF5317E-3C67-5E63-58ED-5D4316FED23D}"/>
              </a:ext>
            </a:extLst>
          </p:cNvPr>
          <p:cNvPicPr>
            <a:picLocks noGrp="1" noChangeAspect="1"/>
          </p:cNvPicPr>
          <p:nvPr>
            <p:ph idx="1"/>
          </p:nvPr>
        </p:nvPicPr>
        <p:blipFill>
          <a:blip r:embed="rId3"/>
          <a:stretch>
            <a:fillRect/>
          </a:stretch>
        </p:blipFill>
        <p:spPr>
          <a:xfrm>
            <a:off x="909874" y="1832940"/>
            <a:ext cx="3642268" cy="4351338"/>
          </a:xfrm>
          <a:prstGeom prst="rect">
            <a:avLst/>
          </a:prstGeom>
        </p:spPr>
      </p:pic>
    </p:spTree>
    <p:extLst>
      <p:ext uri="{BB962C8B-B14F-4D97-AF65-F5344CB8AC3E}">
        <p14:creationId xmlns:p14="http://schemas.microsoft.com/office/powerpoint/2010/main" val="194536512"/>
      </p:ext>
    </p:extLst>
  </p:cSld>
  <p:clrMapOvr>
    <a:masterClrMapping/>
  </p:clrMapOvr>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B0AC7-341F-464B-DFEF-E8F022F54B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136D58-E922-C108-0986-229666B050A5}"/>
              </a:ext>
            </a:extLst>
          </p:cNvPr>
          <p:cNvSpPr>
            <a:spLocks noGrp="1"/>
          </p:cNvSpPr>
          <p:nvPr>
            <p:ph type="title"/>
          </p:nvPr>
        </p:nvSpPr>
        <p:spPr/>
        <p:txBody>
          <a:bodyPr/>
          <a:lstStyle/>
          <a:p>
            <a:r>
              <a:rPr lang="zh-CN" altLang="en-US" dirty="0"/>
              <a:t>估值内控鉴证</a:t>
            </a:r>
            <a:r>
              <a:rPr lang="en-US" altLang="zh-CN" dirty="0"/>
              <a:t>——NEXT STEP</a:t>
            </a:r>
            <a:endParaRPr lang="en-US" dirty="0"/>
          </a:p>
        </p:txBody>
      </p:sp>
      <p:sp>
        <p:nvSpPr>
          <p:cNvPr id="3" name="Content Placeholder 2">
            <a:extLst>
              <a:ext uri="{FF2B5EF4-FFF2-40B4-BE49-F238E27FC236}">
                <a16:creationId xmlns:a16="http://schemas.microsoft.com/office/drawing/2014/main" id="{02B48326-5DF9-8126-E5A8-040413A09196}"/>
              </a:ext>
            </a:extLst>
          </p:cNvPr>
          <p:cNvSpPr>
            <a:spLocks noGrp="1"/>
          </p:cNvSpPr>
          <p:nvPr>
            <p:ph idx="1"/>
          </p:nvPr>
        </p:nvSpPr>
        <p:spPr/>
        <p:txBody>
          <a:bodyPr>
            <a:normAutofit/>
          </a:bodyPr>
          <a:lstStyle/>
          <a:p>
            <a:r>
              <a:rPr lang="zh-CN" altLang="en-US" sz="2000" dirty="0"/>
              <a:t>确定纳入内控鉴证的估值产品范围</a:t>
            </a:r>
            <a:endParaRPr lang="en-US" altLang="zh-CN" sz="2000" dirty="0"/>
          </a:p>
          <a:p>
            <a:r>
              <a:rPr lang="zh-CN" altLang="en-US" sz="2000" dirty="0"/>
              <a:t>确定估值内控的具体标准</a:t>
            </a:r>
            <a:endParaRPr lang="en-US" altLang="zh-CN" sz="2000" dirty="0"/>
          </a:p>
          <a:p>
            <a:r>
              <a:rPr lang="zh-CN" altLang="en-US" sz="2000" dirty="0"/>
              <a:t>确定估值内控鉴证的具体测试内容</a:t>
            </a:r>
            <a:endParaRPr lang="en-US" altLang="zh-CN" sz="2000" dirty="0"/>
          </a:p>
        </p:txBody>
      </p:sp>
    </p:spTree>
    <p:extLst>
      <p:ext uri="{BB962C8B-B14F-4D97-AF65-F5344CB8AC3E}">
        <p14:creationId xmlns:p14="http://schemas.microsoft.com/office/powerpoint/2010/main" val="7506442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11CE6-04CA-58B1-4127-FE34C6C798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17CCA5-71F4-99A7-E94C-B8C694DB8133}"/>
              </a:ext>
            </a:extLst>
          </p:cNvPr>
          <p:cNvSpPr>
            <a:spLocks noGrp="1"/>
          </p:cNvSpPr>
          <p:nvPr>
            <p:ph type="title"/>
          </p:nvPr>
        </p:nvSpPr>
        <p:spPr/>
        <p:txBody>
          <a:bodyPr/>
          <a:lstStyle/>
          <a:p>
            <a:r>
              <a:rPr lang="zh-CN" altLang="en-US" dirty="0"/>
              <a:t>场外衍生品估值系统搭建交流</a:t>
            </a:r>
            <a:endParaRPr lang="en-US" dirty="0"/>
          </a:p>
        </p:txBody>
      </p:sp>
      <p:sp>
        <p:nvSpPr>
          <p:cNvPr id="3" name="Content Placeholder 2">
            <a:extLst>
              <a:ext uri="{FF2B5EF4-FFF2-40B4-BE49-F238E27FC236}">
                <a16:creationId xmlns:a16="http://schemas.microsoft.com/office/drawing/2014/main" id="{35985835-0BEF-1FEE-36BC-99F24AE0C0EF}"/>
              </a:ext>
            </a:extLst>
          </p:cNvPr>
          <p:cNvSpPr>
            <a:spLocks noGrp="1"/>
          </p:cNvSpPr>
          <p:nvPr>
            <p:ph idx="1"/>
          </p:nvPr>
        </p:nvSpPr>
        <p:spPr/>
        <p:txBody>
          <a:bodyPr>
            <a:normAutofit/>
          </a:bodyPr>
          <a:lstStyle/>
          <a:p>
            <a:r>
              <a:rPr lang="zh-CN" altLang="en-US" sz="2000" dirty="0"/>
              <a:t>我们能够提供的帮助：</a:t>
            </a:r>
            <a:endParaRPr lang="en-US" altLang="zh-CN" sz="2000" dirty="0"/>
          </a:p>
          <a:p>
            <a:pPr lvl="1"/>
            <a:r>
              <a:rPr lang="zh-CN" altLang="en-US" sz="1600" dirty="0"/>
              <a:t>成型估值系统方案（可展示）</a:t>
            </a:r>
            <a:endParaRPr lang="en-US" altLang="zh-CN" sz="1600" dirty="0"/>
          </a:p>
          <a:p>
            <a:pPr lvl="2"/>
            <a:r>
              <a:rPr lang="zh-CN" altLang="en-US" sz="1200" dirty="0"/>
              <a:t>支持模型列表</a:t>
            </a:r>
            <a:endParaRPr lang="en-US" altLang="zh-CN" sz="1200" dirty="0"/>
          </a:p>
          <a:p>
            <a:pPr lvl="2"/>
            <a:r>
              <a:rPr lang="zh-CN" altLang="en-US" sz="1200" dirty="0"/>
              <a:t>模型延展性说明</a:t>
            </a:r>
            <a:endParaRPr lang="en-US" altLang="zh-CN" sz="1200" dirty="0"/>
          </a:p>
          <a:p>
            <a:pPr lvl="1"/>
            <a:r>
              <a:rPr lang="zh-CN" altLang="en-US" sz="1600" dirty="0"/>
              <a:t>持续运维支持</a:t>
            </a:r>
            <a:endParaRPr lang="en-US" altLang="zh-CN" sz="1600" dirty="0"/>
          </a:p>
          <a:p>
            <a:pPr lvl="1"/>
            <a:r>
              <a:rPr lang="zh-CN" altLang="en-US" sz="1600" dirty="0"/>
              <a:t>场外衍生品建模支持（类似彭博</a:t>
            </a:r>
            <a:r>
              <a:rPr lang="en-US" altLang="zh-CN" sz="1600" dirty="0"/>
              <a:t>DLIB</a:t>
            </a:r>
            <a:r>
              <a:rPr lang="zh-CN" altLang="en-US" sz="1600" dirty="0"/>
              <a:t>客服，在彭博系统框架下代客建模）</a:t>
            </a:r>
            <a:endParaRPr lang="en-US" altLang="zh-CN" sz="1600" dirty="0"/>
          </a:p>
        </p:txBody>
      </p:sp>
    </p:spTree>
    <p:extLst>
      <p:ext uri="{BB962C8B-B14F-4D97-AF65-F5344CB8AC3E}">
        <p14:creationId xmlns:p14="http://schemas.microsoft.com/office/powerpoint/2010/main" val="313965251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2SXB6TeMcJNfRoi84tM9y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Content page">
  <a:themeElements>
    <a:clrScheme name="自定义 1">
      <a:dk1>
        <a:sysClr val="windowText" lastClr="000000"/>
      </a:dk1>
      <a:lt1>
        <a:sysClr val="window" lastClr="FFFFFF"/>
      </a:lt1>
      <a:dk2>
        <a:srgbClr val="888B8D"/>
      </a:dk2>
      <a:lt2>
        <a:srgbClr val="CEDBE6"/>
      </a:lt2>
      <a:accent1>
        <a:srgbClr val="009CDE"/>
      </a:accent1>
      <a:accent2>
        <a:srgbClr val="00153D"/>
      </a:accent2>
      <a:accent3>
        <a:srgbClr val="63666A"/>
      </a:accent3>
      <a:accent4>
        <a:srgbClr val="888B8D"/>
      </a:accent4>
      <a:accent5>
        <a:srgbClr val="CCCFCF"/>
      </a:accent5>
      <a:accent6>
        <a:srgbClr val="3F9C35"/>
      </a:accent6>
      <a:hlink>
        <a:srgbClr val="3F9C35"/>
      </a:hlink>
      <a:folHlink>
        <a:srgbClr val="888B8D"/>
      </a:folHlink>
    </a:clrScheme>
    <a:fontScheme name="自定义 2">
      <a:majorFont>
        <a:latin typeface="Georgia"/>
        <a:ea typeface="楷体"/>
        <a:cs typeface=""/>
      </a:majorFont>
      <a:minorFont>
        <a:latin typeface="Arial"/>
        <a:ea typeface="楷体"/>
        <a:cs typeface=""/>
      </a:minorFont>
    </a:fontScheme>
    <a:fmtScheme name="PwC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1600"/>
        </a:defPPr>
      </a:lstStyle>
      <a:style>
        <a:lnRef idx="0">
          <a:schemeClr val="accent1"/>
        </a:lnRef>
        <a:fillRef idx="1">
          <a:schemeClr val="accent1"/>
        </a:fillRef>
        <a:effectRef idx="0">
          <a:schemeClr val="dk1"/>
        </a:effectRef>
        <a:fontRef idx="minor">
          <a:schemeClr val="lt1"/>
        </a:fontRef>
      </a:style>
    </a:spDef>
    <a:lnDef>
      <a:spPr>
        <a:ln w="12700" cap="sq"/>
      </a:spPr>
      <a:bodyPr/>
      <a:lstStyle/>
      <a:style>
        <a:lnRef idx="1">
          <a:schemeClr val="accent1"/>
        </a:lnRef>
        <a:fillRef idx="0">
          <a:schemeClr val="accent1"/>
        </a:fillRef>
        <a:effectRef idx="0">
          <a:schemeClr val="dk1"/>
        </a:effectRef>
        <a:fontRef idx="minor">
          <a:schemeClr val="lt1"/>
        </a:fontRef>
      </a:style>
    </a:lnDef>
    <a:txDef>
      <a:spPr>
        <a:noFill/>
      </a:spPr>
      <a:bodyPr wrap="square" lIns="0" tIns="0" rIns="0" bIns="0" rtlCol="0">
        <a:spAutoFit/>
      </a:bodyPr>
      <a:lstStyle>
        <a:defPPr>
          <a:lnSpc>
            <a:spcPct val="100000"/>
          </a:lnSpc>
          <a:spcAft>
            <a:spcPts val="600"/>
          </a:spcAft>
          <a:buSzPct val="100000"/>
          <a:defRPr sz="1600" dirty="0" err="1" smtClean="0"/>
        </a:defPPr>
      </a:lstStyle>
    </a:txDef>
  </a:objectDefaults>
  <a:extraClrSchemeLst/>
  <a:custClrLst>
    <a:custClr name="Dark Orange 2">
      <a:srgbClr val="571F01"/>
    </a:custClr>
    <a:custClr name="Dark Orange 1">
      <a:srgbClr val="933401"/>
    </a:custClr>
    <a:custClr name="Primary Orange">
      <a:srgbClr val="D04A02"/>
    </a:custClr>
    <a:custClr name="Light Orange 1">
      <a:srgbClr val="FD6412"/>
    </a:custClr>
    <a:custClr name="Light Orange 2">
      <a:srgbClr val="FEB791"/>
    </a:custClr>
    <a:custClr name="Dark Tangerine 2">
      <a:srgbClr val="714300"/>
    </a:custClr>
    <a:custClr name="Dark Tangerine 1">
      <a:srgbClr val="AE6800"/>
    </a:custClr>
    <a:custClr name="Primary Tangerine">
      <a:srgbClr val="EB8C00"/>
    </a:custClr>
    <a:custClr name="Light Tangerine 1">
      <a:srgbClr val="FFA929"/>
    </a:custClr>
    <a:custClr name="Light Tangerine 2">
      <a:srgbClr val="FFDCA9"/>
    </a:custClr>
    <a:custClr name="Dark Yellow 2">
      <a:srgbClr val="855F00"/>
    </a:custClr>
    <a:custClr name="Dark Yellow 1">
      <a:srgbClr val="C28A00"/>
    </a:custClr>
    <a:custClr name="Primary Yellow">
      <a:srgbClr val="FFB600"/>
    </a:custClr>
    <a:custClr name="Light Yellow 1">
      <a:srgbClr val="FFC83D"/>
    </a:custClr>
    <a:custClr name="Light Yellow 2">
      <a:srgbClr val="FFECBD"/>
    </a:custClr>
    <a:custClr name="Dark Rose 2">
      <a:srgbClr val="6E2A35"/>
    </a:custClr>
    <a:custClr name="Dark Rose 1">
      <a:srgbClr val="A43E50"/>
    </a:custClr>
    <a:custClr name="Primary Rose">
      <a:srgbClr val="DB536A"/>
    </a:custClr>
    <a:custClr name="Light Rose 1">
      <a:srgbClr val="E27588"/>
    </a:custClr>
    <a:custClr name="Light Rose 2">
      <a:srgbClr val="F1BAC3"/>
    </a:custClr>
    <a:custClr name="Dark Red 2">
      <a:srgbClr val="741910"/>
    </a:custClr>
    <a:custClr name="Dark Red 1">
      <a:srgbClr val="AA2417"/>
    </a:custClr>
    <a:custClr name="Primary Red">
      <a:srgbClr val="E0301E"/>
    </a:custClr>
    <a:custClr name="Light Red 1">
      <a:srgbClr val="E86153"/>
    </a:custClr>
    <a:custClr name="Light Red 2">
      <a:srgbClr val="F7C8C4"/>
    </a:custClr>
    <a:custClr name="Black">
      <a:srgbClr val="000000"/>
    </a:custClr>
    <a:custClr name="Dark Grey">
      <a:srgbClr val="2D2D2D"/>
    </a:custClr>
    <a:custClr name="Medium Grey">
      <a:srgbClr val="464646"/>
    </a:custClr>
    <a:custClr name="Grey">
      <a:srgbClr val="7D7D7D"/>
    </a:custClr>
    <a:custClr name="Light Grey">
      <a:srgbClr val="DEDEDE"/>
    </a:custClr>
    <a:custClr name="Dark Purple 2">
      <a:srgbClr val="4B06B2"/>
    </a:custClr>
    <a:custClr name="Dark Purple 1">
      <a:srgbClr val="6A1CE2"/>
    </a:custClr>
    <a:custClr name="Secondary Purple">
      <a:srgbClr val="9013FE"/>
    </a:custClr>
    <a:custClr name="Light Purple 1">
      <a:srgbClr val="B15AFE"/>
    </a:custClr>
    <a:custClr name="Light Purple 2">
      <a:srgbClr val="DEB8FF"/>
    </a:custClr>
    <a:custClr name="Dark Blue 2">
      <a:srgbClr val="003DAB"/>
    </a:custClr>
    <a:custClr name="Dark Blue 1">
      <a:srgbClr val="0060D7"/>
    </a:custClr>
    <a:custClr name="Secondary Blue">
      <a:srgbClr val="0089EB"/>
    </a:custClr>
    <a:custClr name="Light Blue 1">
      <a:srgbClr val="4DACF1"/>
    </a:custClr>
    <a:custClr name="Light Blue 2">
      <a:srgbClr val="B3DCF9"/>
    </a:custClr>
    <a:custClr name="Dark Green 2">
      <a:srgbClr val="175C2C"/>
    </a:custClr>
    <a:custClr name="Dark Green 1">
      <a:srgbClr val="2C8646"/>
    </a:custClr>
    <a:custClr name="Secondary Green">
      <a:srgbClr val="4EB523"/>
    </a:custClr>
    <a:custClr name="Light Green 1">
      <a:srgbClr val="86DB4F"/>
    </a:custClr>
    <a:custClr name="Light Green 2">
      <a:srgbClr val="C4FC9F"/>
    </a:custClr>
    <a:custClr name="Status Red">
      <a:srgbClr val="E0301E"/>
    </a:custClr>
    <a:custClr name="Status Yellow">
      <a:srgbClr val="FFB600"/>
    </a:custClr>
    <a:custClr name="Status Green">
      <a:srgbClr val="175C2C"/>
    </a:custClr>
  </a:custClrLst>
  <a:extLst>
    <a:ext uri="{05A4C25C-085E-4340-85A3-A5531E510DB2}">
      <thm15:themeFamily xmlns:thm15="http://schemas.microsoft.com/office/thememl/2012/main" name="PwC 16x9 PowerPoint.potx" id="{D4DCA9A9-A671-44E4-915A-C83629F99A90}" vid="{6074E35A-D868-441C-8EFF-8DE4FA24430B}"/>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4EB7EDD2A41FD41B6029BDCE3CFA919" ma:contentTypeVersion="0" ma:contentTypeDescription="Create a new document." ma:contentTypeScope="" ma:versionID="db7ef36d5f44a12af764396a2e2d6b6c">
  <xsd:schema xmlns:xsd="http://www.w3.org/2001/XMLSchema" xmlns:xs="http://www.w3.org/2001/XMLSchema" xmlns:p="http://schemas.microsoft.com/office/2006/metadata/properties" targetNamespace="http://schemas.microsoft.com/office/2006/metadata/properties" ma:root="true" ma:fieldsID="f9bce4d9769d259b9f22a0ab32779d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D4FF9EF-8ED7-4405-824B-6FFE4910D96E}"/>
</file>

<file path=customXml/itemProps2.xml><?xml version="1.0" encoding="utf-8"?>
<ds:datastoreItem xmlns:ds="http://schemas.openxmlformats.org/officeDocument/2006/customXml" ds:itemID="{45E38379-4DAE-4B26-8CA1-691AA297D7E5}"/>
</file>

<file path=customXml/itemProps3.xml><?xml version="1.0" encoding="utf-8"?>
<ds:datastoreItem xmlns:ds="http://schemas.openxmlformats.org/officeDocument/2006/customXml" ds:itemID="{253A82D1-F852-4381-A4E9-B7D6650D5284}"/>
</file>

<file path=docProps/app.xml><?xml version="1.0" encoding="utf-8"?>
<Properties xmlns="http://schemas.openxmlformats.org/officeDocument/2006/extended-properties" xmlns:vt="http://schemas.openxmlformats.org/officeDocument/2006/docPropsVTypes">
  <TotalTime>83</TotalTime>
  <Words>1539</Words>
  <Application>Microsoft Office PowerPoint</Application>
  <PresentationFormat>Widescreen</PresentationFormat>
  <Paragraphs>167</Paragraphs>
  <Slides>13</Slides>
  <Notes>2</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13</vt:i4>
      </vt:variant>
    </vt:vector>
  </HeadingPairs>
  <TitlesOfParts>
    <vt:vector size="22" baseType="lpstr">
      <vt:lpstr>华文楷体</vt:lpstr>
      <vt:lpstr>楷体</vt:lpstr>
      <vt:lpstr>Arial</vt:lpstr>
      <vt:lpstr>Calibri</vt:lpstr>
      <vt:lpstr>Calibri Light</vt:lpstr>
      <vt:lpstr>Georgia</vt:lpstr>
      <vt:lpstr>Office Theme</vt:lpstr>
      <vt:lpstr>2_Content page</vt:lpstr>
      <vt:lpstr>think-cell 幻灯片</vt:lpstr>
      <vt:lpstr>中债估值合作交流</vt:lpstr>
      <vt:lpstr>议程</vt:lpstr>
      <vt:lpstr>估值内控鉴证——需求背景</vt:lpstr>
      <vt:lpstr>估值内控鉴证——整体建议</vt:lpstr>
      <vt:lpstr>估值内控鉴证——协会参与</vt:lpstr>
      <vt:lpstr>估值内控鉴证——报告形式</vt:lpstr>
      <vt:lpstr>估值内控鉴证——报告形式</vt:lpstr>
      <vt:lpstr>估值内控鉴证——常规工作</vt:lpstr>
      <vt:lpstr>估值内控鉴证——时间样表</vt:lpstr>
      <vt:lpstr>估值内控鉴证——内控标准</vt:lpstr>
      <vt:lpstr>估值内控鉴证——《国际评估准则》金融工具篇</vt:lpstr>
      <vt:lpstr>估值内控鉴证——NEXT STEP</vt:lpstr>
      <vt:lpstr>场外衍生品估值系统搭建交流</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Xingjian Zou</dc:creator>
  <cp:lastModifiedBy>Xingjian Zou</cp:lastModifiedBy>
  <cp:revision>4</cp:revision>
  <dcterms:created xsi:type="dcterms:W3CDTF">2026-03-24T15:11:15Z</dcterms:created>
  <dcterms:modified xsi:type="dcterms:W3CDTF">2026-03-24T16:34:44Z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0x01010004EB7EDD2A41FD41B6029BDCE3CFA919</vt:lpwstr>
  </property>
</Properties>
</file>